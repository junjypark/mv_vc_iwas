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notesMasterIdLst>
    <p:notesMasterId r:id="rId3"/>
  </p:notesMasterIdLst>
  <p:sldIdLst>
    <p:sldId id="258" r:id="rId2"/>
  </p:sldIdLst>
  <p:sldSz cx="12192000" cy="8915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2"/>
    <p:restoredTop sz="94726"/>
  </p:normalViewPr>
  <p:slideViewPr>
    <p:cSldViewPr snapToGrid="0">
      <p:cViewPr>
        <p:scale>
          <a:sx n="90" d="100"/>
          <a:sy n="90" d="100"/>
        </p:scale>
        <p:origin x="1656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B5FE3B-253A-704C-A49C-B92969735326}" type="datetimeFigureOut">
              <a:rPr lang="en-US" smtClean="0"/>
              <a:t>7/12/24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19213" y="1143000"/>
            <a:ext cx="4219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D3851C-49F3-4647-B48A-B59B630093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8384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19213" y="1143000"/>
            <a:ext cx="42195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IGAP UKB VC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D3851C-49F3-4647-B48A-B59B6300935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3643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459072"/>
            <a:ext cx="10363200" cy="3103880"/>
          </a:xfrm>
        </p:spPr>
        <p:txBody>
          <a:bodyPr anchor="b"/>
          <a:lstStyle>
            <a:lvl1pPr algn="ctr">
              <a:defRPr sz="7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682649"/>
            <a:ext cx="9144000" cy="2152491"/>
          </a:xfrm>
        </p:spPr>
        <p:txBody>
          <a:bodyPr/>
          <a:lstStyle>
            <a:lvl1pPr marL="0" indent="0" algn="ctr">
              <a:buNone/>
              <a:defRPr sz="3120"/>
            </a:lvl1pPr>
            <a:lvl2pPr marL="594360" indent="0" algn="ctr">
              <a:buNone/>
              <a:defRPr sz="2600"/>
            </a:lvl2pPr>
            <a:lvl3pPr marL="1188720" indent="0" algn="ctr">
              <a:buNone/>
              <a:defRPr sz="2340"/>
            </a:lvl3pPr>
            <a:lvl4pPr marL="1783080" indent="0" algn="ctr">
              <a:buNone/>
              <a:defRPr sz="2080"/>
            </a:lvl4pPr>
            <a:lvl5pPr marL="2377440" indent="0" algn="ctr">
              <a:buNone/>
              <a:defRPr sz="2080"/>
            </a:lvl5pPr>
            <a:lvl6pPr marL="2971800" indent="0" algn="ctr">
              <a:buNone/>
              <a:defRPr sz="2080"/>
            </a:lvl6pPr>
            <a:lvl7pPr marL="3566160" indent="0" algn="ctr">
              <a:buNone/>
              <a:defRPr sz="2080"/>
            </a:lvl7pPr>
            <a:lvl8pPr marL="4160520" indent="0" algn="ctr">
              <a:buNone/>
              <a:defRPr sz="2080"/>
            </a:lvl8pPr>
            <a:lvl9pPr marL="4754880" indent="0" algn="ctr">
              <a:buNone/>
              <a:defRPr sz="20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16FD1-938A-DD46-9050-8E1556C4F645}" type="datetimeFigureOut">
              <a:rPr lang="en-US" smtClean="0"/>
              <a:t>7/12/24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0FE40-1BD9-8942-9075-82A4549FC9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474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16FD1-938A-DD46-9050-8E1556C4F645}" type="datetimeFigureOut">
              <a:rPr lang="en-US" smtClean="0"/>
              <a:t>7/12/24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0FE40-1BD9-8942-9075-82A4549FC9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879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2222661"/>
            <a:ext cx="10515600" cy="3708558"/>
          </a:xfrm>
        </p:spPr>
        <p:txBody>
          <a:bodyPr anchor="b"/>
          <a:lstStyle>
            <a:lvl1pPr>
              <a:defRPr sz="7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5966304"/>
            <a:ext cx="10515600" cy="1950243"/>
          </a:xfrm>
        </p:spPr>
        <p:txBody>
          <a:bodyPr/>
          <a:lstStyle>
            <a:lvl1pPr marL="0" indent="0">
              <a:buNone/>
              <a:defRPr sz="3120">
                <a:solidFill>
                  <a:schemeClr val="tx1">
                    <a:tint val="82000"/>
                  </a:schemeClr>
                </a:solidFill>
              </a:defRPr>
            </a:lvl1pPr>
            <a:lvl2pPr marL="594360" indent="0">
              <a:buNone/>
              <a:defRPr sz="2600">
                <a:solidFill>
                  <a:schemeClr val="tx1">
                    <a:tint val="82000"/>
                  </a:schemeClr>
                </a:solidFill>
              </a:defRPr>
            </a:lvl2pPr>
            <a:lvl3pPr marL="1188720" indent="0">
              <a:buNone/>
              <a:defRPr sz="2340">
                <a:solidFill>
                  <a:schemeClr val="tx1">
                    <a:tint val="82000"/>
                  </a:schemeClr>
                </a:solidFill>
              </a:defRPr>
            </a:lvl3pPr>
            <a:lvl4pPr marL="1783080" indent="0">
              <a:buNone/>
              <a:defRPr sz="2080">
                <a:solidFill>
                  <a:schemeClr val="tx1">
                    <a:tint val="82000"/>
                  </a:schemeClr>
                </a:solidFill>
              </a:defRPr>
            </a:lvl4pPr>
            <a:lvl5pPr marL="2377440" indent="0">
              <a:buNone/>
              <a:defRPr sz="2080">
                <a:solidFill>
                  <a:schemeClr val="tx1">
                    <a:tint val="82000"/>
                  </a:schemeClr>
                </a:solidFill>
              </a:defRPr>
            </a:lvl5pPr>
            <a:lvl6pPr marL="2971800" indent="0">
              <a:buNone/>
              <a:defRPr sz="2080">
                <a:solidFill>
                  <a:schemeClr val="tx1">
                    <a:tint val="82000"/>
                  </a:schemeClr>
                </a:solidFill>
              </a:defRPr>
            </a:lvl6pPr>
            <a:lvl7pPr marL="3566160" indent="0">
              <a:buNone/>
              <a:defRPr sz="2080">
                <a:solidFill>
                  <a:schemeClr val="tx1">
                    <a:tint val="82000"/>
                  </a:schemeClr>
                </a:solidFill>
              </a:defRPr>
            </a:lvl7pPr>
            <a:lvl8pPr marL="4160520" indent="0">
              <a:buNone/>
              <a:defRPr sz="2080">
                <a:solidFill>
                  <a:schemeClr val="tx1">
                    <a:tint val="82000"/>
                  </a:schemeClr>
                </a:solidFill>
              </a:defRPr>
            </a:lvl8pPr>
            <a:lvl9pPr marL="4754880" indent="0">
              <a:buNone/>
              <a:defRPr sz="20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16FD1-938A-DD46-9050-8E1556C4F645}" type="datetimeFigureOut">
              <a:rPr lang="en-US" smtClean="0"/>
              <a:t>7/12/24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0FE40-1BD9-8942-9075-82A4549FC9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788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373313"/>
            <a:ext cx="5181600" cy="56567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373313"/>
            <a:ext cx="5181600" cy="56567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16FD1-938A-DD46-9050-8E1556C4F645}" type="datetimeFigureOut">
              <a:rPr lang="en-US" smtClean="0"/>
              <a:t>7/12/24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0FE40-1BD9-8942-9075-82A4549FC9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92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74664"/>
            <a:ext cx="10515600" cy="17232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2185512"/>
            <a:ext cx="5157787" cy="1071086"/>
          </a:xfrm>
        </p:spPr>
        <p:txBody>
          <a:bodyPr anchor="b"/>
          <a:lstStyle>
            <a:lvl1pPr marL="0" indent="0">
              <a:buNone/>
              <a:defRPr sz="3120" b="1"/>
            </a:lvl1pPr>
            <a:lvl2pPr marL="594360" indent="0">
              <a:buNone/>
              <a:defRPr sz="2600" b="1"/>
            </a:lvl2pPr>
            <a:lvl3pPr marL="1188720" indent="0">
              <a:buNone/>
              <a:defRPr sz="2340" b="1"/>
            </a:lvl3pPr>
            <a:lvl4pPr marL="1783080" indent="0">
              <a:buNone/>
              <a:defRPr sz="2080" b="1"/>
            </a:lvl4pPr>
            <a:lvl5pPr marL="2377440" indent="0">
              <a:buNone/>
              <a:defRPr sz="2080" b="1"/>
            </a:lvl5pPr>
            <a:lvl6pPr marL="2971800" indent="0">
              <a:buNone/>
              <a:defRPr sz="2080" b="1"/>
            </a:lvl6pPr>
            <a:lvl7pPr marL="3566160" indent="0">
              <a:buNone/>
              <a:defRPr sz="2080" b="1"/>
            </a:lvl7pPr>
            <a:lvl8pPr marL="4160520" indent="0">
              <a:buNone/>
              <a:defRPr sz="2080" b="1"/>
            </a:lvl8pPr>
            <a:lvl9pPr marL="4754880" indent="0">
              <a:buNone/>
              <a:defRPr sz="20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3256598"/>
            <a:ext cx="5157787" cy="47899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2185512"/>
            <a:ext cx="5183188" cy="1071086"/>
          </a:xfrm>
        </p:spPr>
        <p:txBody>
          <a:bodyPr anchor="b"/>
          <a:lstStyle>
            <a:lvl1pPr marL="0" indent="0">
              <a:buNone/>
              <a:defRPr sz="3120" b="1"/>
            </a:lvl1pPr>
            <a:lvl2pPr marL="594360" indent="0">
              <a:buNone/>
              <a:defRPr sz="2600" b="1"/>
            </a:lvl2pPr>
            <a:lvl3pPr marL="1188720" indent="0">
              <a:buNone/>
              <a:defRPr sz="2340" b="1"/>
            </a:lvl3pPr>
            <a:lvl4pPr marL="1783080" indent="0">
              <a:buNone/>
              <a:defRPr sz="2080" b="1"/>
            </a:lvl4pPr>
            <a:lvl5pPr marL="2377440" indent="0">
              <a:buNone/>
              <a:defRPr sz="2080" b="1"/>
            </a:lvl5pPr>
            <a:lvl6pPr marL="2971800" indent="0">
              <a:buNone/>
              <a:defRPr sz="2080" b="1"/>
            </a:lvl6pPr>
            <a:lvl7pPr marL="3566160" indent="0">
              <a:buNone/>
              <a:defRPr sz="2080" b="1"/>
            </a:lvl7pPr>
            <a:lvl8pPr marL="4160520" indent="0">
              <a:buNone/>
              <a:defRPr sz="2080" b="1"/>
            </a:lvl8pPr>
            <a:lvl9pPr marL="4754880" indent="0">
              <a:buNone/>
              <a:defRPr sz="20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3256598"/>
            <a:ext cx="5183188" cy="47899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16FD1-938A-DD46-9050-8E1556C4F645}" type="datetimeFigureOut">
              <a:rPr lang="en-US" smtClean="0"/>
              <a:t>7/12/24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0FE40-1BD9-8942-9075-82A4549FC9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108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16FD1-938A-DD46-9050-8E1556C4F645}" type="datetimeFigureOut">
              <a:rPr lang="en-US" smtClean="0"/>
              <a:t>7/12/24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0FE40-1BD9-8942-9075-82A4549FC9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124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16FD1-938A-DD46-9050-8E1556C4F645}" type="datetimeFigureOut">
              <a:rPr lang="en-US" smtClean="0"/>
              <a:t>7/12/24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0FE40-1BD9-8942-9075-82A4549FC9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199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594360"/>
            <a:ext cx="3932237" cy="2080260"/>
          </a:xfrm>
        </p:spPr>
        <p:txBody>
          <a:bodyPr anchor="b"/>
          <a:lstStyle>
            <a:lvl1pPr>
              <a:defRPr sz="41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283654"/>
            <a:ext cx="6172200" cy="6335713"/>
          </a:xfrm>
        </p:spPr>
        <p:txBody>
          <a:bodyPr/>
          <a:lstStyle>
            <a:lvl1pPr>
              <a:defRPr sz="4160"/>
            </a:lvl1pPr>
            <a:lvl2pPr>
              <a:defRPr sz="3640"/>
            </a:lvl2pPr>
            <a:lvl3pPr>
              <a:defRPr sz="3120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674620"/>
            <a:ext cx="3932237" cy="4955064"/>
          </a:xfrm>
        </p:spPr>
        <p:txBody>
          <a:bodyPr/>
          <a:lstStyle>
            <a:lvl1pPr marL="0" indent="0">
              <a:buNone/>
              <a:defRPr sz="2080"/>
            </a:lvl1pPr>
            <a:lvl2pPr marL="594360" indent="0">
              <a:buNone/>
              <a:defRPr sz="1820"/>
            </a:lvl2pPr>
            <a:lvl3pPr marL="1188720" indent="0">
              <a:buNone/>
              <a:defRPr sz="1560"/>
            </a:lvl3pPr>
            <a:lvl4pPr marL="1783080" indent="0">
              <a:buNone/>
              <a:defRPr sz="1300"/>
            </a:lvl4pPr>
            <a:lvl5pPr marL="2377440" indent="0">
              <a:buNone/>
              <a:defRPr sz="1300"/>
            </a:lvl5pPr>
            <a:lvl6pPr marL="2971800" indent="0">
              <a:buNone/>
              <a:defRPr sz="1300"/>
            </a:lvl6pPr>
            <a:lvl7pPr marL="3566160" indent="0">
              <a:buNone/>
              <a:defRPr sz="1300"/>
            </a:lvl7pPr>
            <a:lvl8pPr marL="4160520" indent="0">
              <a:buNone/>
              <a:defRPr sz="1300"/>
            </a:lvl8pPr>
            <a:lvl9pPr marL="4754880" indent="0">
              <a:buNone/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16FD1-938A-DD46-9050-8E1556C4F645}" type="datetimeFigureOut">
              <a:rPr lang="en-US" smtClean="0"/>
              <a:t>7/12/24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0FE40-1BD9-8942-9075-82A4549FC9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197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594360"/>
            <a:ext cx="3932237" cy="2080260"/>
          </a:xfrm>
        </p:spPr>
        <p:txBody>
          <a:bodyPr anchor="b"/>
          <a:lstStyle>
            <a:lvl1pPr>
              <a:defRPr sz="41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283654"/>
            <a:ext cx="6172200" cy="6335713"/>
          </a:xfrm>
        </p:spPr>
        <p:txBody>
          <a:bodyPr anchor="t"/>
          <a:lstStyle>
            <a:lvl1pPr marL="0" indent="0">
              <a:buNone/>
              <a:defRPr sz="4160"/>
            </a:lvl1pPr>
            <a:lvl2pPr marL="594360" indent="0">
              <a:buNone/>
              <a:defRPr sz="3640"/>
            </a:lvl2pPr>
            <a:lvl3pPr marL="1188720" indent="0">
              <a:buNone/>
              <a:defRPr sz="3120"/>
            </a:lvl3pPr>
            <a:lvl4pPr marL="1783080" indent="0">
              <a:buNone/>
              <a:defRPr sz="2600"/>
            </a:lvl4pPr>
            <a:lvl5pPr marL="2377440" indent="0">
              <a:buNone/>
              <a:defRPr sz="2600"/>
            </a:lvl5pPr>
            <a:lvl6pPr marL="2971800" indent="0">
              <a:buNone/>
              <a:defRPr sz="2600"/>
            </a:lvl6pPr>
            <a:lvl7pPr marL="3566160" indent="0">
              <a:buNone/>
              <a:defRPr sz="2600"/>
            </a:lvl7pPr>
            <a:lvl8pPr marL="4160520" indent="0">
              <a:buNone/>
              <a:defRPr sz="2600"/>
            </a:lvl8pPr>
            <a:lvl9pPr marL="4754880" indent="0">
              <a:buNone/>
              <a:defRPr sz="2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674620"/>
            <a:ext cx="3932237" cy="4955064"/>
          </a:xfrm>
        </p:spPr>
        <p:txBody>
          <a:bodyPr/>
          <a:lstStyle>
            <a:lvl1pPr marL="0" indent="0">
              <a:buNone/>
              <a:defRPr sz="2080"/>
            </a:lvl1pPr>
            <a:lvl2pPr marL="594360" indent="0">
              <a:buNone/>
              <a:defRPr sz="1820"/>
            </a:lvl2pPr>
            <a:lvl3pPr marL="1188720" indent="0">
              <a:buNone/>
              <a:defRPr sz="1560"/>
            </a:lvl3pPr>
            <a:lvl4pPr marL="1783080" indent="0">
              <a:buNone/>
              <a:defRPr sz="1300"/>
            </a:lvl4pPr>
            <a:lvl5pPr marL="2377440" indent="0">
              <a:buNone/>
              <a:defRPr sz="1300"/>
            </a:lvl5pPr>
            <a:lvl6pPr marL="2971800" indent="0">
              <a:buNone/>
              <a:defRPr sz="1300"/>
            </a:lvl6pPr>
            <a:lvl7pPr marL="3566160" indent="0">
              <a:buNone/>
              <a:defRPr sz="1300"/>
            </a:lvl7pPr>
            <a:lvl8pPr marL="4160520" indent="0">
              <a:buNone/>
              <a:defRPr sz="1300"/>
            </a:lvl8pPr>
            <a:lvl9pPr marL="4754880" indent="0">
              <a:buNone/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16FD1-938A-DD46-9050-8E1556C4F645}" type="datetimeFigureOut">
              <a:rPr lang="en-US" smtClean="0"/>
              <a:t>7/12/24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0FE40-1BD9-8942-9075-82A4549FC9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2035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16FD1-938A-DD46-9050-8E1556C4F645}" type="datetimeFigureOut">
              <a:rPr lang="en-US" smtClean="0"/>
              <a:t>7/12/24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0FE40-1BD9-8942-9075-82A4549FC9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2473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474663"/>
            <a:ext cx="2628900" cy="755538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474663"/>
            <a:ext cx="7734300" cy="75553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16FD1-938A-DD46-9050-8E1556C4F645}" type="datetimeFigureOut">
              <a:rPr lang="en-US" smtClean="0"/>
              <a:t>7/12/24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0FE40-1BD9-8942-9075-82A4549FC9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807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474664"/>
            <a:ext cx="10515600" cy="17232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373313"/>
            <a:ext cx="10515600" cy="56567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8263257"/>
            <a:ext cx="2743200" cy="4746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416FD1-938A-DD46-9050-8E1556C4F645}" type="datetimeFigureOut">
              <a:rPr lang="en-US" smtClean="0"/>
              <a:t>7/12/24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8263257"/>
            <a:ext cx="4114800" cy="4746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8263257"/>
            <a:ext cx="2743200" cy="4746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00FE40-1BD9-8942-9075-82A4549FC9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438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1188720" rtl="0" eaLnBrk="1" latinLnBrk="0" hangingPunct="1">
        <a:lnSpc>
          <a:spcPct val="90000"/>
        </a:lnSpc>
        <a:spcBef>
          <a:spcPct val="0"/>
        </a:spcBef>
        <a:buNone/>
        <a:defRPr sz="57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720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40" kern="1200">
          <a:solidFill>
            <a:schemeClr val="tx1"/>
          </a:solidFill>
          <a:latin typeface="+mn-lt"/>
          <a:ea typeface="+mn-ea"/>
          <a:cs typeface="+mn-cs"/>
        </a:defRPr>
      </a:lvl1pPr>
      <a:lvl2pPr marL="891540" indent="-297180" algn="l" defTabSz="118872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5900" indent="-297180" algn="l" defTabSz="118872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80260" indent="-297180" algn="l" defTabSz="118872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4620" indent="-297180" algn="l" defTabSz="118872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8980" indent="-297180" algn="l" defTabSz="118872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3340" indent="-297180" algn="l" defTabSz="118872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7700" indent="-297180" algn="l" defTabSz="118872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52060" indent="-297180" algn="l" defTabSz="118872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720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4360" algn="l" defTabSz="1188720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720" algn="l" defTabSz="1188720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3080" algn="l" defTabSz="1188720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7440" algn="l" defTabSz="1188720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71800" algn="l" defTabSz="1188720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algn="l" defTabSz="1188720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60520" algn="l" defTabSz="1188720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4880" algn="l" defTabSz="1188720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7EB437E-250B-947D-002D-5586F7A7C816}"/>
              </a:ext>
            </a:extLst>
          </p:cNvPr>
          <p:cNvSpPr txBox="1"/>
          <p:nvPr/>
        </p:nvSpPr>
        <p:spPr>
          <a:xfrm>
            <a:off x="0" y="0"/>
            <a:ext cx="594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A. IGAP Structural MRI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975AD8-D800-F235-A468-DC139FC69FB8}"/>
              </a:ext>
            </a:extLst>
          </p:cNvPr>
          <p:cNvSpPr txBox="1"/>
          <p:nvPr/>
        </p:nvSpPr>
        <p:spPr>
          <a:xfrm>
            <a:off x="6096000" y="0"/>
            <a:ext cx="594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B. IGAP Diffusion MRI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6A3438-D1A5-2E78-801B-3353CD0E2A91}"/>
              </a:ext>
            </a:extLst>
          </p:cNvPr>
          <p:cNvSpPr txBox="1"/>
          <p:nvPr/>
        </p:nvSpPr>
        <p:spPr>
          <a:xfrm>
            <a:off x="0" y="2952682"/>
            <a:ext cx="594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C. IGAP Functional MRI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27D282E-CDF8-4155-0F91-46AF1E16AE37}"/>
              </a:ext>
            </a:extLst>
          </p:cNvPr>
          <p:cNvSpPr txBox="1"/>
          <p:nvPr/>
        </p:nvSpPr>
        <p:spPr>
          <a:xfrm>
            <a:off x="6100874" y="2956719"/>
            <a:ext cx="594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D. UKB Structural MRI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E12E2E6-37C4-BC4C-FD0E-9CDF2418BB53}"/>
              </a:ext>
            </a:extLst>
          </p:cNvPr>
          <p:cNvSpPr txBox="1"/>
          <p:nvPr/>
        </p:nvSpPr>
        <p:spPr>
          <a:xfrm>
            <a:off x="-4878" y="5972249"/>
            <a:ext cx="594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E. UKB Diffusion MRI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3E1150F-FCAB-7483-35A2-A5A01B0C8831}"/>
              </a:ext>
            </a:extLst>
          </p:cNvPr>
          <p:cNvSpPr txBox="1"/>
          <p:nvPr/>
        </p:nvSpPr>
        <p:spPr>
          <a:xfrm>
            <a:off x="6106579" y="5966264"/>
            <a:ext cx="594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F. UKB  </a:t>
            </a:r>
            <a:r>
              <a:rPr lang="en-US" sz="1600" b="1">
                <a:latin typeface="Arial" panose="020B0604020202020204" pitchFamily="34" charset="0"/>
                <a:cs typeface="Arial" panose="020B0604020202020204" pitchFamily="34" charset="0"/>
              </a:rPr>
              <a:t>Functional MRI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 descr="A screenshot of a graph&#10;&#10;Description automatically generated">
            <a:extLst>
              <a:ext uri="{FF2B5EF4-FFF2-40B4-BE49-F238E27FC236}">
                <a16:creationId xmlns:a16="http://schemas.microsoft.com/office/drawing/2014/main" id="{07B16060-A01B-C599-77C0-66D6B775BF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" y="342925"/>
            <a:ext cx="6100877" cy="2542032"/>
          </a:xfrm>
          <a:prstGeom prst="rect">
            <a:avLst/>
          </a:prstGeom>
        </p:spPr>
      </p:pic>
      <p:pic>
        <p:nvPicPr>
          <p:cNvPr id="18" name="Picture 17" descr="A screenshot of a graph&#10;&#10;Description automatically generated">
            <a:extLst>
              <a:ext uri="{FF2B5EF4-FFF2-40B4-BE49-F238E27FC236}">
                <a16:creationId xmlns:a16="http://schemas.microsoft.com/office/drawing/2014/main" id="{036FB83D-8C26-BC85-15D8-821A5758FF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1121" y="334677"/>
            <a:ext cx="6100877" cy="2542032"/>
          </a:xfrm>
          <a:prstGeom prst="rect">
            <a:avLst/>
          </a:prstGeom>
        </p:spPr>
      </p:pic>
      <p:pic>
        <p:nvPicPr>
          <p:cNvPr id="21" name="Picture 20" descr="A graph with text and numbers&#10;&#10;Description automatically generated with medium confidence">
            <a:extLst>
              <a:ext uri="{FF2B5EF4-FFF2-40B4-BE49-F238E27FC236}">
                <a16:creationId xmlns:a16="http://schemas.microsoft.com/office/drawing/2014/main" id="{E6C9590F-5DE9-BE12-3CD2-86BF69AE96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3" y="3291526"/>
            <a:ext cx="6100877" cy="2542032"/>
          </a:xfrm>
          <a:prstGeom prst="rect">
            <a:avLst/>
          </a:prstGeom>
        </p:spPr>
      </p:pic>
      <p:pic>
        <p:nvPicPr>
          <p:cNvPr id="27" name="Picture 26" descr="A graph with numbers and lines&#10;&#10;Description automatically generated with medium confidence">
            <a:extLst>
              <a:ext uri="{FF2B5EF4-FFF2-40B4-BE49-F238E27FC236}">
                <a16:creationId xmlns:a16="http://schemas.microsoft.com/office/drawing/2014/main" id="{532060BA-FAC9-3CC2-7065-4E192A16EC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1120" y="3291526"/>
            <a:ext cx="6100877" cy="2542032"/>
          </a:xfrm>
          <a:prstGeom prst="rect">
            <a:avLst/>
          </a:prstGeom>
        </p:spPr>
      </p:pic>
      <p:pic>
        <p:nvPicPr>
          <p:cNvPr id="29" name="Picture 28" descr="A graph with numbers and lines&#10;&#10;Description automatically generated with medium confidence">
            <a:extLst>
              <a:ext uri="{FF2B5EF4-FFF2-40B4-BE49-F238E27FC236}">
                <a16:creationId xmlns:a16="http://schemas.microsoft.com/office/drawing/2014/main" id="{DFB11931-D3DD-6D9C-D9EF-FE9B46650D3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4878" y="6384836"/>
            <a:ext cx="6100877" cy="2542032"/>
          </a:xfrm>
          <a:prstGeom prst="rect">
            <a:avLst/>
          </a:prstGeom>
        </p:spPr>
      </p:pic>
      <p:pic>
        <p:nvPicPr>
          <p:cNvPr id="33" name="Picture 32" descr="A graph with numbers and lines&#10;&#10;Description automatically generated with medium confidence">
            <a:extLst>
              <a:ext uri="{FF2B5EF4-FFF2-40B4-BE49-F238E27FC236}">
                <a16:creationId xmlns:a16="http://schemas.microsoft.com/office/drawing/2014/main" id="{DBD70693-53F4-8F59-B158-138DC5E782B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119" y="6403900"/>
            <a:ext cx="6100877" cy="2542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1801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134</TotalTime>
  <Words>34</Words>
  <Application>Microsoft Macintosh PowerPoint</Application>
  <PresentationFormat>Custom</PresentationFormat>
  <Paragraphs>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Yuan Tian</dc:creator>
  <cp:lastModifiedBy>Yuan Tian</cp:lastModifiedBy>
  <cp:revision>16</cp:revision>
  <dcterms:created xsi:type="dcterms:W3CDTF">2024-06-18T03:51:50Z</dcterms:created>
  <dcterms:modified xsi:type="dcterms:W3CDTF">2024-07-12T05:32:34Z</dcterms:modified>
</cp:coreProperties>
</file>