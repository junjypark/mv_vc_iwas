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8" r:id="rId2"/>
  </p:sldIdLst>
  <p:sldSz cx="121920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3"/>
    <p:restoredTop sz="94726"/>
  </p:normalViewPr>
  <p:slideViewPr>
    <p:cSldViewPr snapToGrid="0">
      <p:cViewPr>
        <p:scale>
          <a:sx n="90" d="100"/>
          <a:sy n="90" d="100"/>
        </p:scale>
        <p:origin x="448" y="-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5FE3B-253A-704C-A49C-B92969735326}" type="datetimeFigureOut">
              <a:rPr lang="en-US" smtClean="0"/>
              <a:t>7/12/24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46263" y="1143000"/>
            <a:ext cx="3165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3851C-49F3-4647-B48A-B59B63009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38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6263" y="1143000"/>
            <a:ext cx="31654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IGAP UKB VC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3851C-49F3-4647-B48A-B59B630093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64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45429"/>
            <a:ext cx="10363200" cy="413850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243533"/>
            <a:ext cx="9144000" cy="286998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80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63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963549"/>
            <a:ext cx="10515600" cy="494474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955072"/>
            <a:ext cx="10515600" cy="260032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4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164417"/>
            <a:ext cx="518160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164417"/>
            <a:ext cx="5181600" cy="7542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64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32886"/>
            <a:ext cx="10515600" cy="2297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14016"/>
            <a:ext cx="5157787" cy="142811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342130"/>
            <a:ext cx="5157787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14016"/>
            <a:ext cx="5183188" cy="142811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342130"/>
            <a:ext cx="5183188" cy="63866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2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0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9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2480"/>
            <a:ext cx="3932237" cy="27736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11539"/>
            <a:ext cx="6172200" cy="844761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6160"/>
            <a:ext cx="3932237" cy="66067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2480"/>
            <a:ext cx="3932237" cy="277368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11539"/>
            <a:ext cx="6172200" cy="844761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566160"/>
            <a:ext cx="3932237" cy="6606753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0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32883"/>
            <a:ext cx="2628900" cy="10073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32883"/>
            <a:ext cx="7734300" cy="10073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07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32886"/>
            <a:ext cx="1051560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164417"/>
            <a:ext cx="1051560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017676"/>
            <a:ext cx="27432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16FD1-938A-DD46-9050-8E1556C4F645}" type="datetimeFigureOut">
              <a:rPr lang="en-US" smtClean="0"/>
              <a:t>7/12/24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017676"/>
            <a:ext cx="41148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017676"/>
            <a:ext cx="2743200" cy="6328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0FE40-1BD9-8942-9075-82A4549FC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34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EB437E-250B-947D-002D-5586F7A7C816}"/>
              </a:ext>
            </a:extLst>
          </p:cNvPr>
          <p:cNvSpPr txBox="1"/>
          <p:nvPr/>
        </p:nvSpPr>
        <p:spPr>
          <a:xfrm>
            <a:off x="0" y="0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A. IGAP Structural MRI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| other modalities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75AD8-D800-F235-A468-DC139FC69FB8}"/>
              </a:ext>
            </a:extLst>
          </p:cNvPr>
          <p:cNvSpPr txBox="1"/>
          <p:nvPr/>
        </p:nvSpPr>
        <p:spPr>
          <a:xfrm>
            <a:off x="6096000" y="0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B. IGAP Diffusion MRI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| other modalities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6A3438-D1A5-2E78-801B-3353CD0E2A91}"/>
              </a:ext>
            </a:extLst>
          </p:cNvPr>
          <p:cNvSpPr txBox="1"/>
          <p:nvPr/>
        </p:nvSpPr>
        <p:spPr>
          <a:xfrm>
            <a:off x="0" y="2952682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C. IGAP Functional MRI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| other modalities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FB6B6-4928-1F38-0910-53F05F987F43}"/>
              </a:ext>
            </a:extLst>
          </p:cNvPr>
          <p:cNvSpPr txBox="1"/>
          <p:nvPr/>
        </p:nvSpPr>
        <p:spPr>
          <a:xfrm>
            <a:off x="6920855" y="3138263"/>
            <a:ext cx="13037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Chr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DDF4BE-C601-B190-50A9-1602A9D4D345}"/>
              </a:ext>
            </a:extLst>
          </p:cNvPr>
          <p:cNvSpPr txBox="1"/>
          <p:nvPr/>
        </p:nvSpPr>
        <p:spPr>
          <a:xfrm>
            <a:off x="9834958" y="3138263"/>
            <a:ext cx="1723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Chr 19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8A7260-93AC-1144-9133-0DEB5789BF1E}"/>
              </a:ext>
            </a:extLst>
          </p:cNvPr>
          <p:cNvSpPr txBox="1"/>
          <p:nvPr/>
        </p:nvSpPr>
        <p:spPr>
          <a:xfrm>
            <a:off x="6096001" y="2949174"/>
            <a:ext cx="13037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D. IGAP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7D282E-CDF8-4155-0F91-46AF1E16AE37}"/>
              </a:ext>
            </a:extLst>
          </p:cNvPr>
          <p:cNvSpPr txBox="1"/>
          <p:nvPr/>
        </p:nvSpPr>
        <p:spPr>
          <a:xfrm>
            <a:off x="-2" y="5943600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E. UKB Structural MRI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| other modalities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12E2E6-37C4-BC4C-FD0E-9CDF2418BB53}"/>
              </a:ext>
            </a:extLst>
          </p:cNvPr>
          <p:cNvSpPr txBox="1"/>
          <p:nvPr/>
        </p:nvSpPr>
        <p:spPr>
          <a:xfrm>
            <a:off x="6095998" y="5943600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F. UKB Diffusion MRI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| other modalities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E1150F-FCAB-7483-35A2-A5A01B0C8831}"/>
              </a:ext>
            </a:extLst>
          </p:cNvPr>
          <p:cNvSpPr txBox="1"/>
          <p:nvPr/>
        </p:nvSpPr>
        <p:spPr>
          <a:xfrm>
            <a:off x="-2" y="8896282"/>
            <a:ext cx="594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G. UKB  Functional MRI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| other modalities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D20ED9-A390-8260-B451-C078261A6526}"/>
              </a:ext>
            </a:extLst>
          </p:cNvPr>
          <p:cNvSpPr txBox="1"/>
          <p:nvPr/>
        </p:nvSpPr>
        <p:spPr>
          <a:xfrm>
            <a:off x="6920855" y="9081863"/>
            <a:ext cx="13037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Chr 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A8E4A4-DA67-C53D-2BE4-AA06402F8FFE}"/>
              </a:ext>
            </a:extLst>
          </p:cNvPr>
          <p:cNvSpPr txBox="1"/>
          <p:nvPr/>
        </p:nvSpPr>
        <p:spPr>
          <a:xfrm>
            <a:off x="9834956" y="9081863"/>
            <a:ext cx="1723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Chr 19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450675-96F2-0A41-5DF9-F2C0A443B234}"/>
              </a:ext>
            </a:extLst>
          </p:cNvPr>
          <p:cNvSpPr txBox="1"/>
          <p:nvPr/>
        </p:nvSpPr>
        <p:spPr>
          <a:xfrm>
            <a:off x="6091122" y="8912586"/>
            <a:ext cx="1095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H. UKB</a:t>
            </a:r>
          </a:p>
        </p:txBody>
      </p:sp>
      <p:pic>
        <p:nvPicPr>
          <p:cNvPr id="9" name="Picture 8" descr="A graph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CA86E56B-F7B0-A1C7-ED0F-DFF0FAF94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4674"/>
            <a:ext cx="6100877" cy="2542032"/>
          </a:xfrm>
          <a:prstGeom prst="rect">
            <a:avLst/>
          </a:prstGeom>
        </p:spPr>
      </p:pic>
      <p:pic>
        <p:nvPicPr>
          <p:cNvPr id="14" name="Picture 13" descr="A graph with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48BEE45E-E6D8-96F0-422E-4ACEA88A9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124" y="342925"/>
            <a:ext cx="6100876" cy="2542032"/>
          </a:xfrm>
          <a:prstGeom prst="rect">
            <a:avLst/>
          </a:prstGeom>
        </p:spPr>
      </p:pic>
      <p:pic>
        <p:nvPicPr>
          <p:cNvPr id="16" name="Picture 15" descr="A graph with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27C6CD11-1341-0024-D555-18D3BFE42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03762"/>
            <a:ext cx="6100877" cy="2542032"/>
          </a:xfrm>
          <a:prstGeom prst="rect">
            <a:avLst/>
          </a:prstGeom>
        </p:spPr>
      </p:pic>
      <p:pic>
        <p:nvPicPr>
          <p:cNvPr id="20" name="Picture 19" descr="A diagram of different types of structures&#10;&#10;Description automatically generated">
            <a:extLst>
              <a:ext uri="{FF2B5EF4-FFF2-40B4-BE49-F238E27FC236}">
                <a16:creationId xmlns:a16="http://schemas.microsoft.com/office/drawing/2014/main" id="{761CBB24-642D-C9FB-E04A-BBA7001342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4" y="3732849"/>
            <a:ext cx="2990088" cy="1993392"/>
          </a:xfrm>
          <a:prstGeom prst="rect">
            <a:avLst/>
          </a:prstGeom>
        </p:spPr>
      </p:pic>
      <p:pic>
        <p:nvPicPr>
          <p:cNvPr id="24" name="Picture 23" descr="A diagram of a structure&#10;&#10;Description automatically generated with medium confidence">
            <a:extLst>
              <a:ext uri="{FF2B5EF4-FFF2-40B4-BE49-F238E27FC236}">
                <a16:creationId xmlns:a16="http://schemas.microsoft.com/office/drawing/2014/main" id="{3105C7F6-5A04-C9AC-9DF2-0163C69362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1910" y="3730123"/>
            <a:ext cx="2990088" cy="1993392"/>
          </a:xfrm>
          <a:prstGeom prst="rect">
            <a:avLst/>
          </a:prstGeom>
        </p:spPr>
      </p:pic>
      <p:pic>
        <p:nvPicPr>
          <p:cNvPr id="26" name="Picture 25" descr="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CFE83C53-9436-16C6-2B6A-B060A69DEF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373368"/>
            <a:ext cx="6100876" cy="2542032"/>
          </a:xfrm>
          <a:prstGeom prst="rect">
            <a:avLst/>
          </a:prstGeom>
        </p:spPr>
      </p:pic>
      <p:pic>
        <p:nvPicPr>
          <p:cNvPr id="30" name="Picture 29" descr="A graph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C19706D6-B13D-5A25-8651-3BF80D2B69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1121" y="6373368"/>
            <a:ext cx="6100877" cy="2542032"/>
          </a:xfrm>
          <a:prstGeom prst="rect">
            <a:avLst/>
          </a:prstGeom>
        </p:spPr>
      </p:pic>
      <p:pic>
        <p:nvPicPr>
          <p:cNvPr id="32" name="Picture 31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6A329A4D-A006-22FA-24C4-B1A3F40A67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9234836"/>
            <a:ext cx="6100877" cy="2542032"/>
          </a:xfrm>
          <a:prstGeom prst="rect">
            <a:avLst/>
          </a:prstGeom>
        </p:spPr>
      </p:pic>
      <p:pic>
        <p:nvPicPr>
          <p:cNvPr id="34" name="Picture 33" descr="A diagram of a structure&#10;&#10;Description automatically generated">
            <a:extLst>
              <a:ext uri="{FF2B5EF4-FFF2-40B4-BE49-F238E27FC236}">
                <a16:creationId xmlns:a16="http://schemas.microsoft.com/office/drawing/2014/main" id="{80146D1C-0432-97E6-B399-B12B0263AF3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4494" y="9609981"/>
            <a:ext cx="2990088" cy="1993392"/>
          </a:xfrm>
          <a:prstGeom prst="rect">
            <a:avLst/>
          </a:prstGeom>
        </p:spPr>
      </p:pic>
      <p:pic>
        <p:nvPicPr>
          <p:cNvPr id="47" name="Picture 46" descr="A diagram of a venn diagram&#10;&#10;Description automatically generated">
            <a:extLst>
              <a:ext uri="{FF2B5EF4-FFF2-40B4-BE49-F238E27FC236}">
                <a16:creationId xmlns:a16="http://schemas.microsoft.com/office/drawing/2014/main" id="{90F26E35-A9DD-1F48-6DB2-08B67DDB37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1910" y="9609981"/>
            <a:ext cx="2990088" cy="199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80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66</Words>
  <Application>Microsoft Macintosh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 Tian</dc:creator>
  <cp:lastModifiedBy>Yuan Tian</cp:lastModifiedBy>
  <cp:revision>11</cp:revision>
  <dcterms:created xsi:type="dcterms:W3CDTF">2024-06-18T03:51:50Z</dcterms:created>
  <dcterms:modified xsi:type="dcterms:W3CDTF">2024-07-12T03:51:01Z</dcterms:modified>
</cp:coreProperties>
</file>