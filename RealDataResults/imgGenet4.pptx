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1"/>
  </p:notesMasterIdLst>
  <p:sldIdLst>
    <p:sldId id="262" r:id="rId2"/>
    <p:sldId id="270" r:id="rId3"/>
    <p:sldId id="263" r:id="rId4"/>
    <p:sldId id="268" r:id="rId5"/>
    <p:sldId id="265" r:id="rId6"/>
    <p:sldId id="264" r:id="rId7"/>
    <p:sldId id="269" r:id="rId8"/>
    <p:sldId id="266" r:id="rId9"/>
    <p:sldId id="271" r:id="rId10"/>
  </p:sldIdLst>
  <p:sldSz cx="91440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BE5D6"/>
    <a:srgbClr val="843C0C"/>
    <a:srgbClr val="D9D9D9"/>
    <a:srgbClr val="172C51"/>
    <a:srgbClr val="D92C6A"/>
    <a:srgbClr val="B4C7E7"/>
    <a:srgbClr val="DAE3F3"/>
    <a:srgbClr val="F4B183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7"/>
    <p:restoredTop sz="94658"/>
  </p:normalViewPr>
  <p:slideViewPr>
    <p:cSldViewPr snapToGrid="0">
      <p:cViewPr varScale="1">
        <p:scale>
          <a:sx n="139" d="100"/>
          <a:sy n="139" d="100"/>
        </p:scale>
        <p:origin x="46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F24A7-EDCD-9147-89E7-D318D122BDCD}" type="datetimeFigureOut">
              <a:rPr lang="en-US" smtClean="0"/>
              <a:t>3/7/25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5688" y="1143000"/>
            <a:ext cx="4746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983F7A-2B76-5A4E-98B3-E754154F2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96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3641" rtl="0" eaLnBrk="1" latinLnBrk="0" hangingPunct="1">
      <a:defRPr sz="1016" kern="1200">
        <a:solidFill>
          <a:schemeClr val="tx1"/>
        </a:solidFill>
        <a:latin typeface="+mn-lt"/>
        <a:ea typeface="+mn-ea"/>
        <a:cs typeface="+mn-cs"/>
      </a:defRPr>
    </a:lvl1pPr>
    <a:lvl2pPr marL="386821" algn="l" defTabSz="773641" rtl="0" eaLnBrk="1" latinLnBrk="0" hangingPunct="1">
      <a:defRPr sz="1016" kern="1200">
        <a:solidFill>
          <a:schemeClr val="tx1"/>
        </a:solidFill>
        <a:latin typeface="+mn-lt"/>
        <a:ea typeface="+mn-ea"/>
        <a:cs typeface="+mn-cs"/>
      </a:defRPr>
    </a:lvl2pPr>
    <a:lvl3pPr marL="773641" algn="l" defTabSz="773641" rtl="0" eaLnBrk="1" latinLnBrk="0" hangingPunct="1">
      <a:defRPr sz="1016" kern="1200">
        <a:solidFill>
          <a:schemeClr val="tx1"/>
        </a:solidFill>
        <a:latin typeface="+mn-lt"/>
        <a:ea typeface="+mn-ea"/>
        <a:cs typeface="+mn-cs"/>
      </a:defRPr>
    </a:lvl3pPr>
    <a:lvl4pPr marL="1160463" algn="l" defTabSz="773641" rtl="0" eaLnBrk="1" latinLnBrk="0" hangingPunct="1">
      <a:defRPr sz="1016" kern="1200">
        <a:solidFill>
          <a:schemeClr val="tx1"/>
        </a:solidFill>
        <a:latin typeface="+mn-lt"/>
        <a:ea typeface="+mn-ea"/>
        <a:cs typeface="+mn-cs"/>
      </a:defRPr>
    </a:lvl4pPr>
    <a:lvl5pPr marL="1547283" algn="l" defTabSz="773641" rtl="0" eaLnBrk="1" latinLnBrk="0" hangingPunct="1">
      <a:defRPr sz="1016" kern="1200">
        <a:solidFill>
          <a:schemeClr val="tx1"/>
        </a:solidFill>
        <a:latin typeface="+mn-lt"/>
        <a:ea typeface="+mn-ea"/>
        <a:cs typeface="+mn-cs"/>
      </a:defRPr>
    </a:lvl5pPr>
    <a:lvl6pPr marL="1934104" algn="l" defTabSz="773641" rtl="0" eaLnBrk="1" latinLnBrk="0" hangingPunct="1">
      <a:defRPr sz="1016" kern="1200">
        <a:solidFill>
          <a:schemeClr val="tx1"/>
        </a:solidFill>
        <a:latin typeface="+mn-lt"/>
        <a:ea typeface="+mn-ea"/>
        <a:cs typeface="+mn-cs"/>
      </a:defRPr>
    </a:lvl6pPr>
    <a:lvl7pPr marL="2320924" algn="l" defTabSz="773641" rtl="0" eaLnBrk="1" latinLnBrk="0" hangingPunct="1">
      <a:defRPr sz="1016" kern="1200">
        <a:solidFill>
          <a:schemeClr val="tx1"/>
        </a:solidFill>
        <a:latin typeface="+mn-lt"/>
        <a:ea typeface="+mn-ea"/>
        <a:cs typeface="+mn-cs"/>
      </a:defRPr>
    </a:lvl7pPr>
    <a:lvl8pPr marL="2707745" algn="l" defTabSz="773641" rtl="0" eaLnBrk="1" latinLnBrk="0" hangingPunct="1">
      <a:defRPr sz="1016" kern="1200">
        <a:solidFill>
          <a:schemeClr val="tx1"/>
        </a:solidFill>
        <a:latin typeface="+mn-lt"/>
        <a:ea typeface="+mn-ea"/>
        <a:cs typeface="+mn-cs"/>
      </a:defRPr>
    </a:lvl8pPr>
    <a:lvl9pPr marL="3094565" algn="l" defTabSz="773641" rtl="0" eaLnBrk="1" latinLnBrk="0" hangingPunct="1">
      <a:defRPr sz="10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72715"/>
            <a:ext cx="777240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121766"/>
            <a:ext cx="68580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85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2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81774"/>
            <a:ext cx="788670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977536"/>
            <a:ext cx="788670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/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6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82208"/>
            <a:ext cx="38862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82208"/>
            <a:ext cx="388620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68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16443"/>
            <a:ext cx="788670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57008"/>
            <a:ext cx="3868340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171065"/>
            <a:ext cx="3868340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57008"/>
            <a:ext cx="3887391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171065"/>
            <a:ext cx="3887391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0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56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7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96240"/>
            <a:ext cx="2949178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55770"/>
            <a:ext cx="4629150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83080"/>
            <a:ext cx="2949178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4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96240"/>
            <a:ext cx="2949178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55770"/>
            <a:ext cx="4629150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83080"/>
            <a:ext cx="2949178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4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0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16442"/>
            <a:ext cx="1971675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16442"/>
            <a:ext cx="5800725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5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16443"/>
            <a:ext cx="788670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82208"/>
            <a:ext cx="788670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508838"/>
            <a:ext cx="20574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32C53-8E2B-7E47-9349-19D736B2AC92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508838"/>
            <a:ext cx="30861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508838"/>
            <a:ext cx="205740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CB06E-A53D-2545-A213-9C607A2B5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8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42DF891-C1D7-C88F-6E90-17BF4B66D787}"/>
              </a:ext>
            </a:extLst>
          </p:cNvPr>
          <p:cNvSpPr/>
          <p:nvPr/>
        </p:nvSpPr>
        <p:spPr>
          <a:xfrm>
            <a:off x="214577" y="1156138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07DFE55-700B-1AA6-C316-6192FABD584F}"/>
              </a:ext>
            </a:extLst>
          </p:cNvPr>
          <p:cNvSpPr/>
          <p:nvPr/>
        </p:nvSpPr>
        <p:spPr>
          <a:xfrm>
            <a:off x="2892106" y="312201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3D0A76-3EFE-D4ED-6F70-B3B690FB3350}"/>
                  </a:ext>
                </a:extLst>
              </p:cNvPr>
              <p:cNvSpPr txBox="1"/>
              <p:nvPr/>
            </p:nvSpPr>
            <p:spPr>
              <a:xfrm rot="16200000">
                <a:off x="261357" y="3136994"/>
                <a:ext cx="8229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3D0A76-3EFE-D4ED-6F70-B3B690FB3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1357" y="3136994"/>
                <a:ext cx="822960" cy="353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C30D9B5-84DA-E38A-1637-040F6A252C3A}"/>
              </a:ext>
            </a:extLst>
          </p:cNvPr>
          <p:cNvSpPr txBox="1"/>
          <p:nvPr/>
        </p:nvSpPr>
        <p:spPr>
          <a:xfrm>
            <a:off x="2887659" y="457689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1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EC1B297-0256-FC2B-BF24-9D98FA8CF981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1128977" y="644697"/>
            <a:ext cx="1753794" cy="96864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AD5F0D2-9328-9A86-22F1-4A2E2D7D802D}"/>
              </a:ext>
            </a:extLst>
          </p:cNvPr>
          <p:cNvCxnSpPr>
            <a:cxnSpLocks/>
            <a:stCxn id="8" idx="6"/>
            <a:endCxn id="80" idx="1"/>
          </p:cNvCxnSpPr>
          <p:nvPr/>
        </p:nvCxnSpPr>
        <p:spPr>
          <a:xfrm flipV="1">
            <a:off x="1128981" y="1415296"/>
            <a:ext cx="1768199" cy="198042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FB44151-E8A3-EFF6-ED28-85160622C826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1124214" y="644695"/>
            <a:ext cx="1758559" cy="2009897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0F1036B-B1F1-81F9-6B82-1B3AFD82750E}"/>
              </a:ext>
            </a:extLst>
          </p:cNvPr>
          <p:cNvCxnSpPr>
            <a:cxnSpLocks/>
            <a:stCxn id="8" idx="6"/>
            <a:endCxn id="21" idx="1"/>
          </p:cNvCxnSpPr>
          <p:nvPr/>
        </p:nvCxnSpPr>
        <p:spPr>
          <a:xfrm>
            <a:off x="1128979" y="1613338"/>
            <a:ext cx="1778653" cy="1811178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8D2044F-599E-8BB1-D53B-C05ECECCAD74}"/>
              </a:ext>
            </a:extLst>
          </p:cNvPr>
          <p:cNvCxnSpPr>
            <a:cxnSpLocks/>
            <a:stCxn id="67" idx="3"/>
            <a:endCxn id="21" idx="1"/>
          </p:cNvCxnSpPr>
          <p:nvPr/>
        </p:nvCxnSpPr>
        <p:spPr>
          <a:xfrm>
            <a:off x="1124212" y="2654590"/>
            <a:ext cx="1783418" cy="769926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109F87A-B99C-513E-3290-1D0DAF3D28DB}"/>
              </a:ext>
            </a:extLst>
          </p:cNvPr>
          <p:cNvCxnSpPr>
            <a:cxnSpLocks/>
            <a:stCxn id="71" idx="3"/>
            <a:endCxn id="24" idx="1"/>
          </p:cNvCxnSpPr>
          <p:nvPr/>
        </p:nvCxnSpPr>
        <p:spPr>
          <a:xfrm>
            <a:off x="1132320" y="4030780"/>
            <a:ext cx="1795201" cy="1211988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BB65D79B-826F-26EA-7B6F-60AACDFAD762}"/>
              </a:ext>
            </a:extLst>
          </p:cNvPr>
          <p:cNvSpPr/>
          <p:nvPr/>
        </p:nvSpPr>
        <p:spPr>
          <a:xfrm>
            <a:off x="7419321" y="223179"/>
            <a:ext cx="1481616" cy="822960"/>
          </a:xfrm>
          <a:prstGeom prst="rect">
            <a:avLst/>
          </a:prstGeom>
          <a:solidFill>
            <a:schemeClr val="bg2"/>
          </a:solidFill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Unobserved </a:t>
            </a:r>
          </a:p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confounders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ABE96F6-C762-7E78-E4FA-C3E17D3D0103}"/>
              </a:ext>
            </a:extLst>
          </p:cNvPr>
          <p:cNvCxnSpPr>
            <a:cxnSpLocks/>
            <a:stCxn id="86" idx="1"/>
            <a:endCxn id="27" idx="3"/>
          </p:cNvCxnSpPr>
          <p:nvPr/>
        </p:nvCxnSpPr>
        <p:spPr>
          <a:xfrm flipH="1">
            <a:off x="3749975" y="634659"/>
            <a:ext cx="3669346" cy="2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A97D93B-0388-5E5A-9692-B8403DA5536C}"/>
              </a:ext>
            </a:extLst>
          </p:cNvPr>
          <p:cNvCxnSpPr>
            <a:cxnSpLocks/>
            <a:stCxn id="86" idx="2"/>
            <a:endCxn id="78" idx="0"/>
          </p:cNvCxnSpPr>
          <p:nvPr/>
        </p:nvCxnSpPr>
        <p:spPr>
          <a:xfrm>
            <a:off x="8160129" y="1046139"/>
            <a:ext cx="0" cy="1676900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A8B9104-8C4B-E255-728A-37EE2143AC3E}"/>
              </a:ext>
            </a:extLst>
          </p:cNvPr>
          <p:cNvCxnSpPr>
            <a:cxnSpLocks/>
            <a:stCxn id="23" idx="3"/>
            <a:endCxn id="78" idx="1"/>
          </p:cNvCxnSpPr>
          <p:nvPr/>
        </p:nvCxnSpPr>
        <p:spPr>
          <a:xfrm flipV="1">
            <a:off x="3779463" y="2950996"/>
            <a:ext cx="3823828" cy="1254161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AC13FA9-E3AB-B959-3387-DA691EA943B4}"/>
              </a:ext>
            </a:extLst>
          </p:cNvPr>
          <p:cNvCxnSpPr>
            <a:cxnSpLocks/>
            <a:stCxn id="21" idx="3"/>
            <a:endCxn id="78" idx="1"/>
          </p:cNvCxnSpPr>
          <p:nvPr/>
        </p:nvCxnSpPr>
        <p:spPr>
          <a:xfrm flipV="1">
            <a:off x="3769948" y="2950994"/>
            <a:ext cx="3833345" cy="473522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C1425E82-47EE-013C-D539-B0B59A841423}"/>
              </a:ext>
            </a:extLst>
          </p:cNvPr>
          <p:cNvCxnSpPr>
            <a:cxnSpLocks/>
          </p:cNvCxnSpPr>
          <p:nvPr/>
        </p:nvCxnSpPr>
        <p:spPr>
          <a:xfrm flipV="1">
            <a:off x="963971" y="7065488"/>
            <a:ext cx="6155385" cy="5757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F20A0AE-5762-324D-DBF1-5818B9C7EE82}"/>
              </a:ext>
            </a:extLst>
          </p:cNvPr>
          <p:cNvCxnSpPr>
            <a:cxnSpLocks/>
            <a:endCxn id="78" idx="2"/>
          </p:cNvCxnSpPr>
          <p:nvPr/>
        </p:nvCxnSpPr>
        <p:spPr>
          <a:xfrm flipV="1">
            <a:off x="8160129" y="3178949"/>
            <a:ext cx="0" cy="2599894"/>
          </a:xfrm>
          <a:prstGeom prst="straightConnector1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C34451E-FF8C-102F-34A2-EF370CE7ECFE}"/>
              </a:ext>
            </a:extLst>
          </p:cNvPr>
          <p:cNvSpPr txBox="1"/>
          <p:nvPr/>
        </p:nvSpPr>
        <p:spPr>
          <a:xfrm>
            <a:off x="216838" y="1456347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1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AF887BE-0F71-473F-8660-C5E2AC055A45}"/>
              </a:ext>
            </a:extLst>
          </p:cNvPr>
          <p:cNvSpPr/>
          <p:nvPr/>
        </p:nvSpPr>
        <p:spPr>
          <a:xfrm>
            <a:off x="213311" y="2192800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F82078-3050-5448-1A6C-405E5EE1C1BB}"/>
              </a:ext>
            </a:extLst>
          </p:cNvPr>
          <p:cNvSpPr txBox="1"/>
          <p:nvPr/>
        </p:nvSpPr>
        <p:spPr>
          <a:xfrm>
            <a:off x="209816" y="2493009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2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2856F5A-8F33-CE7A-462D-14C777E016BD}"/>
              </a:ext>
            </a:extLst>
          </p:cNvPr>
          <p:cNvSpPr/>
          <p:nvPr/>
        </p:nvSpPr>
        <p:spPr>
          <a:xfrm>
            <a:off x="221417" y="3568990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A2E448-C51C-D7E7-5408-4CC092302C43}"/>
              </a:ext>
            </a:extLst>
          </p:cNvPr>
          <p:cNvSpPr txBox="1"/>
          <p:nvPr/>
        </p:nvSpPr>
        <p:spPr>
          <a:xfrm>
            <a:off x="217922" y="3869199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J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BE20647-D318-7181-3225-84C9DF3E2D5D}"/>
              </a:ext>
            </a:extLst>
          </p:cNvPr>
          <p:cNvSpPr/>
          <p:nvPr/>
        </p:nvSpPr>
        <p:spPr>
          <a:xfrm>
            <a:off x="2901623" y="1092840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DFC60F-A4A3-AC28-D995-46D540B1C55A}"/>
              </a:ext>
            </a:extLst>
          </p:cNvPr>
          <p:cNvSpPr txBox="1"/>
          <p:nvPr/>
        </p:nvSpPr>
        <p:spPr>
          <a:xfrm>
            <a:off x="2897176" y="1238328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2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A0BB83B-0017-145E-B00F-EF2544C783B8}"/>
              </a:ext>
            </a:extLst>
          </p:cNvPr>
          <p:cNvSpPr/>
          <p:nvPr/>
        </p:nvSpPr>
        <p:spPr>
          <a:xfrm>
            <a:off x="2907548" y="2134607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82853F8-00CD-A0E7-D1A7-A1EEFEBA8EE9}"/>
                  </a:ext>
                </a:extLst>
              </p:cNvPr>
              <p:cNvSpPr txBox="1"/>
              <p:nvPr/>
            </p:nvSpPr>
            <p:spPr>
              <a:xfrm>
                <a:off x="2903101" y="2280095"/>
                <a:ext cx="862316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7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IDP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7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700" baseline="300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82853F8-00CD-A0E7-D1A7-A1EEFEBA8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101" y="2280095"/>
                <a:ext cx="862316" cy="353943"/>
              </a:xfrm>
              <a:prstGeom prst="rect">
                <a:avLst/>
              </a:prstGeom>
              <a:blipFill>
                <a:blip r:embed="rId3"/>
                <a:stretch>
                  <a:fillRect t="-3448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7A45891-741B-5F53-8703-A93B52777F04}"/>
                  </a:ext>
                </a:extLst>
              </p:cNvPr>
              <p:cNvSpPr txBox="1"/>
              <p:nvPr/>
            </p:nvSpPr>
            <p:spPr>
              <a:xfrm rot="16200000">
                <a:off x="2997381" y="1701854"/>
                <a:ext cx="631248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7A45891-741B-5F53-8703-A93B52777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97381" y="1701854"/>
                <a:ext cx="631248" cy="3539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DE55D1C-47F9-5425-EBC1-175A66152688}"/>
              </a:ext>
            </a:extLst>
          </p:cNvPr>
          <p:cNvCxnSpPr>
            <a:cxnSpLocks/>
            <a:stCxn id="67" idx="3"/>
            <a:endCxn id="80" idx="1"/>
          </p:cNvCxnSpPr>
          <p:nvPr/>
        </p:nvCxnSpPr>
        <p:spPr>
          <a:xfrm flipV="1">
            <a:off x="1124212" y="1415298"/>
            <a:ext cx="1772964" cy="1239292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C92ACA9-D50F-A587-B6A6-2D9C83486B7A}"/>
              </a:ext>
            </a:extLst>
          </p:cNvPr>
          <p:cNvCxnSpPr>
            <a:cxnSpLocks/>
            <a:stCxn id="67" idx="3"/>
            <a:endCxn id="82" idx="1"/>
          </p:cNvCxnSpPr>
          <p:nvPr/>
        </p:nvCxnSpPr>
        <p:spPr>
          <a:xfrm flipV="1">
            <a:off x="1124214" y="2457067"/>
            <a:ext cx="1778889" cy="19752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D2FB991-E71F-17AC-76A7-5C762F52AC67}"/>
              </a:ext>
            </a:extLst>
          </p:cNvPr>
          <p:cNvCxnSpPr>
            <a:cxnSpLocks/>
            <a:stCxn id="71" idx="3"/>
            <a:endCxn id="20" idx="1"/>
          </p:cNvCxnSpPr>
          <p:nvPr/>
        </p:nvCxnSpPr>
        <p:spPr>
          <a:xfrm flipV="1">
            <a:off x="1132320" y="3420362"/>
            <a:ext cx="1779759" cy="610418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772B950E-5864-E2D9-FC5A-624E957C9EFB}"/>
              </a:ext>
            </a:extLst>
          </p:cNvPr>
          <p:cNvCxnSpPr>
            <a:cxnSpLocks/>
            <a:stCxn id="60" idx="3"/>
            <a:endCxn id="23" idx="1"/>
          </p:cNvCxnSpPr>
          <p:nvPr/>
        </p:nvCxnSpPr>
        <p:spPr>
          <a:xfrm>
            <a:off x="1131236" y="1617930"/>
            <a:ext cx="1785913" cy="2587227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A51473C-FA01-D7CA-1740-7F9E4845BC6A}"/>
              </a:ext>
            </a:extLst>
          </p:cNvPr>
          <p:cNvCxnSpPr>
            <a:cxnSpLocks/>
            <a:stCxn id="60" idx="3"/>
            <a:endCxn id="26" idx="1"/>
          </p:cNvCxnSpPr>
          <p:nvPr/>
        </p:nvCxnSpPr>
        <p:spPr>
          <a:xfrm>
            <a:off x="1131234" y="1617928"/>
            <a:ext cx="1791838" cy="3628994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6D302A2-5516-6A38-3581-DCE48E4FE556}"/>
              </a:ext>
            </a:extLst>
          </p:cNvPr>
          <p:cNvCxnSpPr>
            <a:cxnSpLocks/>
            <a:stCxn id="67" idx="3"/>
            <a:endCxn id="23" idx="1"/>
          </p:cNvCxnSpPr>
          <p:nvPr/>
        </p:nvCxnSpPr>
        <p:spPr>
          <a:xfrm>
            <a:off x="1124214" y="2654592"/>
            <a:ext cx="1792935" cy="1550565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7E8298FD-8B1D-8396-BC55-5E9438F05F6D}"/>
              </a:ext>
            </a:extLst>
          </p:cNvPr>
          <p:cNvCxnSpPr>
            <a:cxnSpLocks/>
            <a:stCxn id="67" idx="3"/>
            <a:endCxn id="26" idx="1"/>
          </p:cNvCxnSpPr>
          <p:nvPr/>
        </p:nvCxnSpPr>
        <p:spPr>
          <a:xfrm>
            <a:off x="1124212" y="2654590"/>
            <a:ext cx="1798860" cy="2592332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9F0DE947-B6A1-4F6B-3F10-E2785B87DFED}"/>
              </a:ext>
            </a:extLst>
          </p:cNvPr>
          <p:cNvCxnSpPr>
            <a:cxnSpLocks/>
            <a:stCxn id="60" idx="3"/>
            <a:endCxn id="82" idx="1"/>
          </p:cNvCxnSpPr>
          <p:nvPr/>
        </p:nvCxnSpPr>
        <p:spPr>
          <a:xfrm>
            <a:off x="1131236" y="1617930"/>
            <a:ext cx="1771867" cy="839137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ACCD46E-CB46-8AA1-FA67-FAD52A190C52}"/>
              </a:ext>
            </a:extLst>
          </p:cNvPr>
          <p:cNvCxnSpPr>
            <a:cxnSpLocks/>
            <a:stCxn id="71" idx="3"/>
            <a:endCxn id="27" idx="1"/>
          </p:cNvCxnSpPr>
          <p:nvPr/>
        </p:nvCxnSpPr>
        <p:spPr>
          <a:xfrm flipV="1">
            <a:off x="1132320" y="634661"/>
            <a:ext cx="1755341" cy="3396121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78228918-E828-11BB-4C13-0C9D28CA5FB6}"/>
              </a:ext>
            </a:extLst>
          </p:cNvPr>
          <p:cNvCxnSpPr>
            <a:cxnSpLocks/>
            <a:stCxn id="71" idx="3"/>
            <a:endCxn id="80" idx="1"/>
          </p:cNvCxnSpPr>
          <p:nvPr/>
        </p:nvCxnSpPr>
        <p:spPr>
          <a:xfrm flipV="1">
            <a:off x="1132318" y="1415298"/>
            <a:ext cx="1764858" cy="2615482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DAA63B9-FB35-8A53-D9A8-6669A7844E39}"/>
              </a:ext>
            </a:extLst>
          </p:cNvPr>
          <p:cNvCxnSpPr>
            <a:cxnSpLocks/>
            <a:stCxn id="71" idx="3"/>
            <a:endCxn id="82" idx="1"/>
          </p:cNvCxnSpPr>
          <p:nvPr/>
        </p:nvCxnSpPr>
        <p:spPr>
          <a:xfrm flipV="1">
            <a:off x="1132320" y="2457067"/>
            <a:ext cx="1770783" cy="157371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FE406A89-374C-2700-700D-E4BB02E17948}"/>
              </a:ext>
            </a:extLst>
          </p:cNvPr>
          <p:cNvCxnSpPr>
            <a:cxnSpLocks/>
            <a:stCxn id="86" idx="1"/>
            <a:endCxn id="80" idx="3"/>
          </p:cNvCxnSpPr>
          <p:nvPr/>
        </p:nvCxnSpPr>
        <p:spPr>
          <a:xfrm flipH="1">
            <a:off x="3759492" y="634659"/>
            <a:ext cx="3659829" cy="780641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43AB5493-56AD-D581-DCE8-EE27D6F7BFBD}"/>
              </a:ext>
            </a:extLst>
          </p:cNvPr>
          <p:cNvCxnSpPr>
            <a:cxnSpLocks/>
            <a:stCxn id="86" idx="1"/>
            <a:endCxn id="82" idx="3"/>
          </p:cNvCxnSpPr>
          <p:nvPr/>
        </p:nvCxnSpPr>
        <p:spPr>
          <a:xfrm flipH="1">
            <a:off x="3765417" y="634659"/>
            <a:ext cx="3653904" cy="1822408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87B00E57-B258-5822-DF30-2D1C29FABADC}"/>
              </a:ext>
            </a:extLst>
          </p:cNvPr>
          <p:cNvCxnSpPr>
            <a:cxnSpLocks/>
            <a:stCxn id="86" idx="1"/>
            <a:endCxn id="21" idx="3"/>
          </p:cNvCxnSpPr>
          <p:nvPr/>
        </p:nvCxnSpPr>
        <p:spPr>
          <a:xfrm flipH="1">
            <a:off x="3769946" y="634659"/>
            <a:ext cx="3649375" cy="2789859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937A1DDB-BF79-2C01-E80B-A22B43E869DD}"/>
              </a:ext>
            </a:extLst>
          </p:cNvPr>
          <p:cNvCxnSpPr>
            <a:cxnSpLocks/>
            <a:stCxn id="86" idx="1"/>
            <a:endCxn id="23" idx="3"/>
          </p:cNvCxnSpPr>
          <p:nvPr/>
        </p:nvCxnSpPr>
        <p:spPr>
          <a:xfrm flipH="1">
            <a:off x="3779463" y="634659"/>
            <a:ext cx="3639858" cy="3570498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170C3D1-4BB0-69A7-0E34-BE3A5CBA32D4}"/>
              </a:ext>
            </a:extLst>
          </p:cNvPr>
          <p:cNvCxnSpPr>
            <a:cxnSpLocks/>
            <a:stCxn id="86" idx="1"/>
            <a:endCxn id="26" idx="3"/>
          </p:cNvCxnSpPr>
          <p:nvPr/>
        </p:nvCxnSpPr>
        <p:spPr>
          <a:xfrm flipH="1">
            <a:off x="3785388" y="634659"/>
            <a:ext cx="3633933" cy="4612265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99824728-6663-2391-3266-F4D8237496B7}"/>
              </a:ext>
            </a:extLst>
          </p:cNvPr>
          <p:cNvSpPr/>
          <p:nvPr/>
        </p:nvSpPr>
        <p:spPr>
          <a:xfrm>
            <a:off x="113776" y="1080556"/>
            <a:ext cx="1097879" cy="3506918"/>
          </a:xfrm>
          <a:prstGeom prst="roundRect">
            <a:avLst/>
          </a:prstGeom>
          <a:noFill/>
          <a:ln w="19050"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3D0B378-2457-F213-E61C-DE99A66B4048}"/>
              </a:ext>
            </a:extLst>
          </p:cNvPr>
          <p:cNvCxnSpPr>
            <a:cxnSpLocks/>
          </p:cNvCxnSpPr>
          <p:nvPr/>
        </p:nvCxnSpPr>
        <p:spPr>
          <a:xfrm flipH="1">
            <a:off x="662714" y="5787822"/>
            <a:ext cx="7497415" cy="0"/>
          </a:xfrm>
          <a:prstGeom prst="line">
            <a:avLst/>
          </a:prstGeom>
          <a:ln w="19050">
            <a:solidFill>
              <a:srgbClr val="B4C7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141AFAC6-FDBA-3FDE-A375-30E8F1204D82}"/>
              </a:ext>
            </a:extLst>
          </p:cNvPr>
          <p:cNvCxnSpPr>
            <a:cxnSpLocks/>
            <a:endCxn id="218" idx="2"/>
          </p:cNvCxnSpPr>
          <p:nvPr/>
        </p:nvCxnSpPr>
        <p:spPr>
          <a:xfrm flipV="1">
            <a:off x="662715" y="4587476"/>
            <a:ext cx="0" cy="1191369"/>
          </a:xfrm>
          <a:prstGeom prst="line">
            <a:avLst/>
          </a:prstGeom>
          <a:ln w="19050">
            <a:solidFill>
              <a:srgbClr val="B4C7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CC4A6939-961D-F8AE-8FCD-1B0AEAFB563E}"/>
              </a:ext>
            </a:extLst>
          </p:cNvPr>
          <p:cNvCxnSpPr>
            <a:cxnSpLocks/>
            <a:stCxn id="26" idx="3"/>
            <a:endCxn id="78" idx="1"/>
          </p:cNvCxnSpPr>
          <p:nvPr/>
        </p:nvCxnSpPr>
        <p:spPr>
          <a:xfrm flipV="1">
            <a:off x="3785390" y="2950994"/>
            <a:ext cx="3817903" cy="2295928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E8F8F23F-675C-E08C-9EF0-ED1383FC087A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3812849" y="1401217"/>
            <a:ext cx="3790442" cy="1549779"/>
          </a:xfrm>
          <a:prstGeom prst="straightConnector1">
            <a:avLst/>
          </a:prstGeom>
          <a:ln w="19050">
            <a:solidFill>
              <a:srgbClr val="D92C6A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1F905220-6583-488D-D2C9-1D7B76D49654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3803333" y="620579"/>
            <a:ext cx="3799958" cy="2330417"/>
          </a:xfrm>
          <a:prstGeom prst="straightConnector1">
            <a:avLst/>
          </a:prstGeom>
          <a:ln w="19050">
            <a:solidFill>
              <a:srgbClr val="D92C6A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468EC4CB-E516-AAEF-AFAA-A6787A967273}"/>
              </a:ext>
            </a:extLst>
          </p:cNvPr>
          <p:cNvCxnSpPr>
            <a:cxnSpLocks/>
            <a:stCxn id="82" idx="3"/>
            <a:endCxn id="78" idx="1"/>
          </p:cNvCxnSpPr>
          <p:nvPr/>
        </p:nvCxnSpPr>
        <p:spPr>
          <a:xfrm>
            <a:off x="3765417" y="2457067"/>
            <a:ext cx="3837874" cy="493929"/>
          </a:xfrm>
          <a:prstGeom prst="straightConnector1">
            <a:avLst/>
          </a:prstGeom>
          <a:ln w="19050">
            <a:solidFill>
              <a:srgbClr val="D92C6A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73CC1D54-AEBC-1CF2-E34C-12951B11D967}"/>
              </a:ext>
            </a:extLst>
          </p:cNvPr>
          <p:cNvSpPr txBox="1"/>
          <p:nvPr/>
        </p:nvSpPr>
        <p:spPr>
          <a:xfrm>
            <a:off x="5984586" y="1426133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D92C6A"/>
                </a:solidFill>
              </a:rPr>
              <a:t>?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C0B6F00-DFCA-7BF4-5022-203C2CF7CB0C}"/>
              </a:ext>
            </a:extLst>
          </p:cNvPr>
          <p:cNvSpPr/>
          <p:nvPr/>
        </p:nvSpPr>
        <p:spPr>
          <a:xfrm>
            <a:off x="2912077" y="3102058"/>
            <a:ext cx="862312" cy="63660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641C0E-2BF9-06D8-7090-4BC0B1ABD927}"/>
              </a:ext>
            </a:extLst>
          </p:cNvPr>
          <p:cNvSpPr txBox="1"/>
          <p:nvPr/>
        </p:nvSpPr>
        <p:spPr>
          <a:xfrm>
            <a:off x="2907630" y="3247546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1</a:t>
            </a:r>
            <a:endParaRPr lang="en-US" sz="1700" b="1" baseline="30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6C720AF-FF20-0AAA-9106-2914CD8A8414}"/>
              </a:ext>
            </a:extLst>
          </p:cNvPr>
          <p:cNvSpPr/>
          <p:nvPr/>
        </p:nvSpPr>
        <p:spPr>
          <a:xfrm>
            <a:off x="2921594" y="3882697"/>
            <a:ext cx="862312" cy="63660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4EFBE-E0A0-C590-BE10-E90F31491379}"/>
              </a:ext>
            </a:extLst>
          </p:cNvPr>
          <p:cNvSpPr txBox="1"/>
          <p:nvPr/>
        </p:nvSpPr>
        <p:spPr>
          <a:xfrm>
            <a:off x="2917147" y="4028185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2</a:t>
            </a:r>
            <a:endParaRPr lang="en-US" sz="1700" b="1" baseline="30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9DA7DAE-D6F2-102B-327B-D10BC72C7362}"/>
              </a:ext>
            </a:extLst>
          </p:cNvPr>
          <p:cNvSpPr/>
          <p:nvPr/>
        </p:nvSpPr>
        <p:spPr>
          <a:xfrm>
            <a:off x="2927519" y="4924464"/>
            <a:ext cx="862312" cy="63660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872DB3-1D63-A604-FA51-77591A41D416}"/>
                  </a:ext>
                </a:extLst>
              </p:cNvPr>
              <p:cNvSpPr txBox="1"/>
              <p:nvPr/>
            </p:nvSpPr>
            <p:spPr>
              <a:xfrm>
                <a:off x="2923072" y="5069952"/>
                <a:ext cx="862316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700" b="1" dirty="0">
                    <a:solidFill>
                      <a:schemeClr val="accent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IDP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700" baseline="300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872DB3-1D63-A604-FA51-77591A41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072" y="5069952"/>
                <a:ext cx="862316" cy="353943"/>
              </a:xfrm>
              <a:prstGeom prst="rect">
                <a:avLst/>
              </a:prstGeom>
              <a:blipFill>
                <a:blip r:embed="rId5"/>
                <a:stretch>
                  <a:fillRect t="-6897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8751E95-B5A8-93B4-1D82-C7E30C41C111}"/>
                  </a:ext>
                </a:extLst>
              </p:cNvPr>
              <p:cNvSpPr txBox="1"/>
              <p:nvPr/>
            </p:nvSpPr>
            <p:spPr>
              <a:xfrm rot="16200000">
                <a:off x="3017352" y="4491711"/>
                <a:ext cx="631248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8751E95-B5A8-93B4-1D82-C7E30C41C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17352" y="4491711"/>
                <a:ext cx="631248" cy="3539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A69D1FF-7B42-0D80-F9D7-C26EB95156A9}"/>
              </a:ext>
            </a:extLst>
          </p:cNvPr>
          <p:cNvCxnSpPr>
            <a:cxnSpLocks/>
            <a:stCxn id="69" idx="6"/>
            <a:endCxn id="23" idx="1"/>
          </p:cNvCxnSpPr>
          <p:nvPr/>
        </p:nvCxnSpPr>
        <p:spPr>
          <a:xfrm>
            <a:off x="1135817" y="4026192"/>
            <a:ext cx="1781330" cy="178965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EAF6242-CE27-7D96-882D-56E3F01B5881}"/>
              </a:ext>
            </a:extLst>
          </p:cNvPr>
          <p:cNvSpPr/>
          <p:nvPr/>
        </p:nvSpPr>
        <p:spPr>
          <a:xfrm>
            <a:off x="7603291" y="2723039"/>
            <a:ext cx="1113676" cy="4559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AD)</a:t>
            </a:r>
          </a:p>
        </p:txBody>
      </p:sp>
    </p:spTree>
    <p:extLst>
      <p:ext uri="{BB962C8B-B14F-4D97-AF65-F5344CB8AC3E}">
        <p14:creationId xmlns:p14="http://schemas.microsoft.com/office/powerpoint/2010/main" val="607970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66C6-74F8-AA45-F88A-E8000850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CE6F037-5CB4-4133-51D3-3864D8F5AE9C}"/>
              </a:ext>
            </a:extLst>
          </p:cNvPr>
          <p:cNvSpPr/>
          <p:nvPr/>
        </p:nvSpPr>
        <p:spPr>
          <a:xfrm>
            <a:off x="214577" y="1156138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88C08E1-C6ED-CE7A-618F-CD7DD9214F7F}"/>
              </a:ext>
            </a:extLst>
          </p:cNvPr>
          <p:cNvSpPr/>
          <p:nvPr/>
        </p:nvSpPr>
        <p:spPr>
          <a:xfrm>
            <a:off x="2892106" y="312201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C0778E-2DBF-528E-912F-B686115EF1AA}"/>
                  </a:ext>
                </a:extLst>
              </p:cNvPr>
              <p:cNvSpPr txBox="1"/>
              <p:nvPr/>
            </p:nvSpPr>
            <p:spPr>
              <a:xfrm rot="16200000">
                <a:off x="261357" y="3136994"/>
                <a:ext cx="8229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C0778E-2DBF-528E-912F-B686115EF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1357" y="3136994"/>
                <a:ext cx="822960" cy="353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BB1581D0-BD2D-FBDA-31C1-7E439043A739}"/>
              </a:ext>
            </a:extLst>
          </p:cNvPr>
          <p:cNvSpPr txBox="1"/>
          <p:nvPr/>
        </p:nvSpPr>
        <p:spPr>
          <a:xfrm>
            <a:off x="2887659" y="457689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1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4AFF0D0-616A-7D89-6FBE-CB5541644F7E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1128977" y="644697"/>
            <a:ext cx="1753794" cy="96864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0491497-B25C-89AF-B72B-64D5EC220E82}"/>
              </a:ext>
            </a:extLst>
          </p:cNvPr>
          <p:cNvCxnSpPr>
            <a:cxnSpLocks/>
            <a:stCxn id="8" idx="6"/>
            <a:endCxn id="80" idx="1"/>
          </p:cNvCxnSpPr>
          <p:nvPr/>
        </p:nvCxnSpPr>
        <p:spPr>
          <a:xfrm flipV="1">
            <a:off x="1128981" y="1415296"/>
            <a:ext cx="1768199" cy="198042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96E214A-D988-7C80-98FA-F53086578FBC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1124214" y="644695"/>
            <a:ext cx="1758559" cy="2009897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C6D0685-1F91-E286-B072-B27579E4061E}"/>
              </a:ext>
            </a:extLst>
          </p:cNvPr>
          <p:cNvCxnSpPr>
            <a:cxnSpLocks/>
            <a:stCxn id="8" idx="6"/>
            <a:endCxn id="21" idx="1"/>
          </p:cNvCxnSpPr>
          <p:nvPr/>
        </p:nvCxnSpPr>
        <p:spPr>
          <a:xfrm>
            <a:off x="1128979" y="1613338"/>
            <a:ext cx="1778653" cy="1811178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F165B2A-B8CB-3BB3-3BDB-9C3E78FA9A46}"/>
              </a:ext>
            </a:extLst>
          </p:cNvPr>
          <p:cNvCxnSpPr>
            <a:cxnSpLocks/>
            <a:stCxn id="67" idx="3"/>
            <a:endCxn id="21" idx="1"/>
          </p:cNvCxnSpPr>
          <p:nvPr/>
        </p:nvCxnSpPr>
        <p:spPr>
          <a:xfrm>
            <a:off x="1124212" y="2654590"/>
            <a:ext cx="1783418" cy="769926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33A4836-25F0-5AF4-FBA0-CB0E1BF4B13C}"/>
              </a:ext>
            </a:extLst>
          </p:cNvPr>
          <p:cNvCxnSpPr>
            <a:cxnSpLocks/>
            <a:stCxn id="71" idx="3"/>
            <a:endCxn id="24" idx="1"/>
          </p:cNvCxnSpPr>
          <p:nvPr/>
        </p:nvCxnSpPr>
        <p:spPr>
          <a:xfrm>
            <a:off x="1132320" y="4030780"/>
            <a:ext cx="1795201" cy="1211988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87F0EB87-D3F1-69EB-9D82-77715FC6BA1D}"/>
              </a:ext>
            </a:extLst>
          </p:cNvPr>
          <p:cNvSpPr/>
          <p:nvPr/>
        </p:nvSpPr>
        <p:spPr>
          <a:xfrm>
            <a:off x="7419321" y="223179"/>
            <a:ext cx="1481616" cy="822960"/>
          </a:xfrm>
          <a:prstGeom prst="rect">
            <a:avLst/>
          </a:prstGeom>
          <a:solidFill>
            <a:schemeClr val="bg2"/>
          </a:solidFill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Unobserved </a:t>
            </a:r>
          </a:p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confounders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15BBE09-42DD-B403-E736-F323917FE93B}"/>
              </a:ext>
            </a:extLst>
          </p:cNvPr>
          <p:cNvCxnSpPr>
            <a:cxnSpLocks/>
            <a:stCxn id="86" idx="1"/>
            <a:endCxn id="27" idx="3"/>
          </p:cNvCxnSpPr>
          <p:nvPr/>
        </p:nvCxnSpPr>
        <p:spPr>
          <a:xfrm flipH="1">
            <a:off x="3749975" y="634659"/>
            <a:ext cx="3669346" cy="2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B6941BB-9EBE-7B4F-7DDF-BE68A258A8C1}"/>
              </a:ext>
            </a:extLst>
          </p:cNvPr>
          <p:cNvCxnSpPr>
            <a:cxnSpLocks/>
            <a:stCxn id="86" idx="2"/>
            <a:endCxn id="78" idx="0"/>
          </p:cNvCxnSpPr>
          <p:nvPr/>
        </p:nvCxnSpPr>
        <p:spPr>
          <a:xfrm>
            <a:off x="8160129" y="1046139"/>
            <a:ext cx="0" cy="1676900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9F67515-1427-FB0D-B30A-36816620C760}"/>
              </a:ext>
            </a:extLst>
          </p:cNvPr>
          <p:cNvCxnSpPr>
            <a:cxnSpLocks/>
            <a:stCxn id="23" idx="3"/>
            <a:endCxn id="78" idx="1"/>
          </p:cNvCxnSpPr>
          <p:nvPr/>
        </p:nvCxnSpPr>
        <p:spPr>
          <a:xfrm flipV="1">
            <a:off x="3779463" y="2950996"/>
            <a:ext cx="3823828" cy="1254161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6CDC6E6-9E35-FB6E-C946-81665DB55749}"/>
              </a:ext>
            </a:extLst>
          </p:cNvPr>
          <p:cNvCxnSpPr>
            <a:cxnSpLocks/>
            <a:stCxn id="21" idx="3"/>
            <a:endCxn id="78" idx="1"/>
          </p:cNvCxnSpPr>
          <p:nvPr/>
        </p:nvCxnSpPr>
        <p:spPr>
          <a:xfrm flipV="1">
            <a:off x="3769948" y="2950994"/>
            <a:ext cx="3833345" cy="473522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33E0A91-BFE5-BCAD-3E5F-8015B55F550F}"/>
              </a:ext>
            </a:extLst>
          </p:cNvPr>
          <p:cNvCxnSpPr>
            <a:cxnSpLocks/>
          </p:cNvCxnSpPr>
          <p:nvPr/>
        </p:nvCxnSpPr>
        <p:spPr>
          <a:xfrm flipV="1">
            <a:off x="963971" y="7065488"/>
            <a:ext cx="6155385" cy="5757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BEF5A6E1-7AEA-0DBA-84E9-030BB1FE0668}"/>
              </a:ext>
            </a:extLst>
          </p:cNvPr>
          <p:cNvCxnSpPr>
            <a:cxnSpLocks/>
            <a:endCxn id="78" idx="2"/>
          </p:cNvCxnSpPr>
          <p:nvPr/>
        </p:nvCxnSpPr>
        <p:spPr>
          <a:xfrm flipV="1">
            <a:off x="8160129" y="3178949"/>
            <a:ext cx="0" cy="2599894"/>
          </a:xfrm>
          <a:prstGeom prst="straightConnector1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5C2CD0F-24F3-196C-977C-4CC9923DD28B}"/>
              </a:ext>
            </a:extLst>
          </p:cNvPr>
          <p:cNvSpPr txBox="1"/>
          <p:nvPr/>
        </p:nvSpPr>
        <p:spPr>
          <a:xfrm>
            <a:off x="216838" y="1456347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1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2F292CE-2D96-DB92-9E98-97DB1347557B}"/>
              </a:ext>
            </a:extLst>
          </p:cNvPr>
          <p:cNvSpPr/>
          <p:nvPr/>
        </p:nvSpPr>
        <p:spPr>
          <a:xfrm>
            <a:off x="213311" y="2192800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EB53559-8F77-7B85-456E-39DDCD48F86C}"/>
              </a:ext>
            </a:extLst>
          </p:cNvPr>
          <p:cNvSpPr txBox="1"/>
          <p:nvPr/>
        </p:nvSpPr>
        <p:spPr>
          <a:xfrm>
            <a:off x="209816" y="2493009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2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CEA0053-9DF2-B64B-46EA-08B6E3C32E03}"/>
              </a:ext>
            </a:extLst>
          </p:cNvPr>
          <p:cNvSpPr/>
          <p:nvPr/>
        </p:nvSpPr>
        <p:spPr>
          <a:xfrm>
            <a:off x="221417" y="3568990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6B1666-626D-2B9F-F311-EC55B84E0E54}"/>
              </a:ext>
            </a:extLst>
          </p:cNvPr>
          <p:cNvSpPr txBox="1"/>
          <p:nvPr/>
        </p:nvSpPr>
        <p:spPr>
          <a:xfrm>
            <a:off x="217922" y="3869199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J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2B18BE7-17D3-BAEF-8CD8-65D5AB4CD70F}"/>
              </a:ext>
            </a:extLst>
          </p:cNvPr>
          <p:cNvSpPr/>
          <p:nvPr/>
        </p:nvSpPr>
        <p:spPr>
          <a:xfrm>
            <a:off x="2901623" y="1092840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850F22F-CB44-33B9-C6EB-677ABA157AF2}"/>
              </a:ext>
            </a:extLst>
          </p:cNvPr>
          <p:cNvSpPr txBox="1"/>
          <p:nvPr/>
        </p:nvSpPr>
        <p:spPr>
          <a:xfrm>
            <a:off x="2897176" y="1238328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2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8CED2D03-2668-41EB-96F1-92FCDAE75984}"/>
              </a:ext>
            </a:extLst>
          </p:cNvPr>
          <p:cNvSpPr/>
          <p:nvPr/>
        </p:nvSpPr>
        <p:spPr>
          <a:xfrm>
            <a:off x="2907548" y="2134607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9DA62F4-B53D-937D-A2CB-6412CAD27BC6}"/>
                  </a:ext>
                </a:extLst>
              </p:cNvPr>
              <p:cNvSpPr txBox="1"/>
              <p:nvPr/>
            </p:nvSpPr>
            <p:spPr>
              <a:xfrm>
                <a:off x="2903101" y="2280095"/>
                <a:ext cx="862316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700" b="1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IDP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7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700" baseline="300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9DA62F4-B53D-937D-A2CB-6412CAD27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101" y="2280095"/>
                <a:ext cx="862316" cy="353943"/>
              </a:xfrm>
              <a:prstGeom prst="rect">
                <a:avLst/>
              </a:prstGeom>
              <a:blipFill>
                <a:blip r:embed="rId3"/>
                <a:stretch>
                  <a:fillRect t="-3448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4F532F7-B7FD-1D4D-8879-7FA92F21060F}"/>
                  </a:ext>
                </a:extLst>
              </p:cNvPr>
              <p:cNvSpPr txBox="1"/>
              <p:nvPr/>
            </p:nvSpPr>
            <p:spPr>
              <a:xfrm rot="16200000">
                <a:off x="2997381" y="1701854"/>
                <a:ext cx="631248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4F532F7-B7FD-1D4D-8879-7FA92F210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97381" y="1701854"/>
                <a:ext cx="631248" cy="3539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74A6D3F-89E2-5E41-CEBD-A66C295102E6}"/>
              </a:ext>
            </a:extLst>
          </p:cNvPr>
          <p:cNvCxnSpPr>
            <a:cxnSpLocks/>
            <a:stCxn id="67" idx="3"/>
            <a:endCxn id="80" idx="1"/>
          </p:cNvCxnSpPr>
          <p:nvPr/>
        </p:nvCxnSpPr>
        <p:spPr>
          <a:xfrm flipV="1">
            <a:off x="1124212" y="1415298"/>
            <a:ext cx="1772964" cy="1239292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54DB5F9-A81D-3746-D13E-C4EA0ED6238C}"/>
              </a:ext>
            </a:extLst>
          </p:cNvPr>
          <p:cNvCxnSpPr>
            <a:cxnSpLocks/>
            <a:stCxn id="67" idx="3"/>
            <a:endCxn id="82" idx="1"/>
          </p:cNvCxnSpPr>
          <p:nvPr/>
        </p:nvCxnSpPr>
        <p:spPr>
          <a:xfrm flipV="1">
            <a:off x="1124214" y="2457067"/>
            <a:ext cx="1778889" cy="19752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E681574-9E0F-2FF2-4CC8-70C0A48810C1}"/>
              </a:ext>
            </a:extLst>
          </p:cNvPr>
          <p:cNvCxnSpPr>
            <a:cxnSpLocks/>
            <a:stCxn id="71" idx="3"/>
            <a:endCxn id="20" idx="1"/>
          </p:cNvCxnSpPr>
          <p:nvPr/>
        </p:nvCxnSpPr>
        <p:spPr>
          <a:xfrm flipV="1">
            <a:off x="1132320" y="3420362"/>
            <a:ext cx="1779759" cy="610418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9A407FD-A0B2-FC28-B483-FC2398F1545A}"/>
              </a:ext>
            </a:extLst>
          </p:cNvPr>
          <p:cNvCxnSpPr>
            <a:cxnSpLocks/>
            <a:stCxn id="60" idx="3"/>
            <a:endCxn id="23" idx="1"/>
          </p:cNvCxnSpPr>
          <p:nvPr/>
        </p:nvCxnSpPr>
        <p:spPr>
          <a:xfrm>
            <a:off x="1131236" y="1617930"/>
            <a:ext cx="1785913" cy="2587227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E567350-81F6-BBBA-12FE-F9CB57668EC7}"/>
              </a:ext>
            </a:extLst>
          </p:cNvPr>
          <p:cNvCxnSpPr>
            <a:cxnSpLocks/>
            <a:stCxn id="60" idx="3"/>
            <a:endCxn id="26" idx="1"/>
          </p:cNvCxnSpPr>
          <p:nvPr/>
        </p:nvCxnSpPr>
        <p:spPr>
          <a:xfrm>
            <a:off x="1131234" y="1617928"/>
            <a:ext cx="1791838" cy="3628994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20C87B5E-B25F-99D4-FA94-E8D97828CE48}"/>
              </a:ext>
            </a:extLst>
          </p:cNvPr>
          <p:cNvCxnSpPr>
            <a:cxnSpLocks/>
            <a:stCxn id="67" idx="3"/>
            <a:endCxn id="23" idx="1"/>
          </p:cNvCxnSpPr>
          <p:nvPr/>
        </p:nvCxnSpPr>
        <p:spPr>
          <a:xfrm>
            <a:off x="1124214" y="2654592"/>
            <a:ext cx="1792935" cy="1550565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AB6A2D0-E64D-50DE-C7BD-BB6C08FFB244}"/>
              </a:ext>
            </a:extLst>
          </p:cNvPr>
          <p:cNvCxnSpPr>
            <a:cxnSpLocks/>
            <a:stCxn id="67" idx="3"/>
            <a:endCxn id="26" idx="1"/>
          </p:cNvCxnSpPr>
          <p:nvPr/>
        </p:nvCxnSpPr>
        <p:spPr>
          <a:xfrm>
            <a:off x="1124212" y="2654590"/>
            <a:ext cx="1798860" cy="2592332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6D004CA-A05D-5602-D2A3-D5A935D258BD}"/>
              </a:ext>
            </a:extLst>
          </p:cNvPr>
          <p:cNvCxnSpPr>
            <a:cxnSpLocks/>
            <a:stCxn id="60" idx="3"/>
            <a:endCxn id="82" idx="1"/>
          </p:cNvCxnSpPr>
          <p:nvPr/>
        </p:nvCxnSpPr>
        <p:spPr>
          <a:xfrm>
            <a:off x="1131236" y="1617930"/>
            <a:ext cx="1771867" cy="839137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59C8DA2-0546-F752-2A97-2F4C80051C39}"/>
              </a:ext>
            </a:extLst>
          </p:cNvPr>
          <p:cNvCxnSpPr>
            <a:cxnSpLocks/>
            <a:stCxn id="71" idx="3"/>
            <a:endCxn id="27" idx="1"/>
          </p:cNvCxnSpPr>
          <p:nvPr/>
        </p:nvCxnSpPr>
        <p:spPr>
          <a:xfrm flipV="1">
            <a:off x="1132320" y="634661"/>
            <a:ext cx="1755341" cy="3396121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7AF78D1C-F74E-2EB1-BC2B-A8F57F7F9B41}"/>
              </a:ext>
            </a:extLst>
          </p:cNvPr>
          <p:cNvCxnSpPr>
            <a:cxnSpLocks/>
            <a:stCxn id="71" idx="3"/>
            <a:endCxn id="80" idx="1"/>
          </p:cNvCxnSpPr>
          <p:nvPr/>
        </p:nvCxnSpPr>
        <p:spPr>
          <a:xfrm flipV="1">
            <a:off x="1132318" y="1415298"/>
            <a:ext cx="1764858" cy="2615482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1C5BD06A-36C4-AECF-D3D7-6DF6E8A76749}"/>
              </a:ext>
            </a:extLst>
          </p:cNvPr>
          <p:cNvCxnSpPr>
            <a:cxnSpLocks/>
            <a:stCxn id="71" idx="3"/>
            <a:endCxn id="82" idx="1"/>
          </p:cNvCxnSpPr>
          <p:nvPr/>
        </p:nvCxnSpPr>
        <p:spPr>
          <a:xfrm flipV="1">
            <a:off x="1132320" y="2457067"/>
            <a:ext cx="1770783" cy="157371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D02DE774-F588-1AFA-5B45-52D801EBBDBE}"/>
              </a:ext>
            </a:extLst>
          </p:cNvPr>
          <p:cNvCxnSpPr>
            <a:cxnSpLocks/>
            <a:stCxn id="86" idx="1"/>
            <a:endCxn id="80" idx="3"/>
          </p:cNvCxnSpPr>
          <p:nvPr/>
        </p:nvCxnSpPr>
        <p:spPr>
          <a:xfrm flipH="1">
            <a:off x="3759492" y="634659"/>
            <a:ext cx="3659829" cy="780641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5A3CF46-E4C2-6AC0-E844-B025C50F7C31}"/>
              </a:ext>
            </a:extLst>
          </p:cNvPr>
          <p:cNvCxnSpPr>
            <a:cxnSpLocks/>
            <a:stCxn id="86" idx="1"/>
            <a:endCxn id="82" idx="3"/>
          </p:cNvCxnSpPr>
          <p:nvPr/>
        </p:nvCxnSpPr>
        <p:spPr>
          <a:xfrm flipH="1">
            <a:off x="3765417" y="634659"/>
            <a:ext cx="3653904" cy="1822408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45F3E3B3-3348-CC24-607C-835488511FB5}"/>
              </a:ext>
            </a:extLst>
          </p:cNvPr>
          <p:cNvCxnSpPr>
            <a:cxnSpLocks/>
            <a:stCxn id="86" idx="1"/>
            <a:endCxn id="21" idx="3"/>
          </p:cNvCxnSpPr>
          <p:nvPr/>
        </p:nvCxnSpPr>
        <p:spPr>
          <a:xfrm flipH="1">
            <a:off x="3769946" y="634659"/>
            <a:ext cx="3649375" cy="2789859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3E94B2CC-C2A4-2DE8-CA91-16C9D9B46379}"/>
              </a:ext>
            </a:extLst>
          </p:cNvPr>
          <p:cNvCxnSpPr>
            <a:cxnSpLocks/>
            <a:stCxn id="86" idx="1"/>
            <a:endCxn id="23" idx="3"/>
          </p:cNvCxnSpPr>
          <p:nvPr/>
        </p:nvCxnSpPr>
        <p:spPr>
          <a:xfrm flipH="1">
            <a:off x="3779463" y="634659"/>
            <a:ext cx="3639858" cy="3570498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5C944013-AAA3-F8DC-2F84-DD0EC1B6FCBF}"/>
              </a:ext>
            </a:extLst>
          </p:cNvPr>
          <p:cNvCxnSpPr>
            <a:cxnSpLocks/>
            <a:stCxn id="86" idx="1"/>
            <a:endCxn id="26" idx="3"/>
          </p:cNvCxnSpPr>
          <p:nvPr/>
        </p:nvCxnSpPr>
        <p:spPr>
          <a:xfrm flipH="1">
            <a:off x="3785388" y="634659"/>
            <a:ext cx="3633933" cy="4612265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91F554B1-F9F9-96D7-DCE4-67C229D45804}"/>
              </a:ext>
            </a:extLst>
          </p:cNvPr>
          <p:cNvSpPr/>
          <p:nvPr/>
        </p:nvSpPr>
        <p:spPr>
          <a:xfrm>
            <a:off x="113776" y="1080556"/>
            <a:ext cx="1097879" cy="3506918"/>
          </a:xfrm>
          <a:prstGeom prst="roundRect">
            <a:avLst/>
          </a:prstGeom>
          <a:noFill/>
          <a:ln w="19050"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5569549-81B0-D3AF-95E5-57F19A354275}"/>
              </a:ext>
            </a:extLst>
          </p:cNvPr>
          <p:cNvCxnSpPr>
            <a:cxnSpLocks/>
          </p:cNvCxnSpPr>
          <p:nvPr/>
        </p:nvCxnSpPr>
        <p:spPr>
          <a:xfrm flipH="1">
            <a:off x="662714" y="5787822"/>
            <a:ext cx="7497415" cy="0"/>
          </a:xfrm>
          <a:prstGeom prst="line">
            <a:avLst/>
          </a:prstGeom>
          <a:ln w="19050">
            <a:solidFill>
              <a:srgbClr val="B4C7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7F5698D5-6936-4885-07B9-8E318C43CD34}"/>
              </a:ext>
            </a:extLst>
          </p:cNvPr>
          <p:cNvCxnSpPr>
            <a:cxnSpLocks/>
            <a:endCxn id="218" idx="2"/>
          </p:cNvCxnSpPr>
          <p:nvPr/>
        </p:nvCxnSpPr>
        <p:spPr>
          <a:xfrm flipV="1">
            <a:off x="662715" y="4587476"/>
            <a:ext cx="0" cy="1191369"/>
          </a:xfrm>
          <a:prstGeom prst="line">
            <a:avLst/>
          </a:prstGeom>
          <a:ln w="19050">
            <a:solidFill>
              <a:srgbClr val="B4C7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1E1394BC-7490-48E4-3C7F-0EB0E7A5D13A}"/>
              </a:ext>
            </a:extLst>
          </p:cNvPr>
          <p:cNvCxnSpPr>
            <a:cxnSpLocks/>
            <a:stCxn id="26" idx="3"/>
            <a:endCxn id="78" idx="1"/>
          </p:cNvCxnSpPr>
          <p:nvPr/>
        </p:nvCxnSpPr>
        <p:spPr>
          <a:xfrm flipV="1">
            <a:off x="3785390" y="2950994"/>
            <a:ext cx="3817903" cy="2295928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C767D3D-2328-4F49-A3BC-613381313DD3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3812849" y="1401217"/>
            <a:ext cx="3790442" cy="1549779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6724C89F-52EA-8141-3689-682803561A0A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3803333" y="620579"/>
            <a:ext cx="3799958" cy="2330417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EE9B8DA2-B743-F2C5-2BD0-26FA72C77402}"/>
              </a:ext>
            </a:extLst>
          </p:cNvPr>
          <p:cNvCxnSpPr>
            <a:cxnSpLocks/>
            <a:stCxn id="82" idx="3"/>
            <a:endCxn id="78" idx="1"/>
          </p:cNvCxnSpPr>
          <p:nvPr/>
        </p:nvCxnSpPr>
        <p:spPr>
          <a:xfrm>
            <a:off x="3765417" y="2457067"/>
            <a:ext cx="3837874" cy="493929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70F473B-42F5-B985-D0DE-013CDAFA7533}"/>
              </a:ext>
            </a:extLst>
          </p:cNvPr>
          <p:cNvSpPr/>
          <p:nvPr/>
        </p:nvSpPr>
        <p:spPr>
          <a:xfrm>
            <a:off x="2912077" y="3102058"/>
            <a:ext cx="862312" cy="63660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90D35B-3BF8-FCBA-5DF4-298060976DB4}"/>
              </a:ext>
            </a:extLst>
          </p:cNvPr>
          <p:cNvSpPr txBox="1"/>
          <p:nvPr/>
        </p:nvSpPr>
        <p:spPr>
          <a:xfrm>
            <a:off x="2907630" y="3247546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1</a:t>
            </a:r>
            <a:endParaRPr lang="en-US" sz="1700" b="1" baseline="30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ADC7442-8373-C9B7-B665-E37FA488DA4E}"/>
              </a:ext>
            </a:extLst>
          </p:cNvPr>
          <p:cNvSpPr/>
          <p:nvPr/>
        </p:nvSpPr>
        <p:spPr>
          <a:xfrm>
            <a:off x="2921594" y="3882697"/>
            <a:ext cx="862312" cy="63660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4542B2-60E9-4EF5-7DEB-8A2787E501EF}"/>
              </a:ext>
            </a:extLst>
          </p:cNvPr>
          <p:cNvSpPr txBox="1"/>
          <p:nvPr/>
        </p:nvSpPr>
        <p:spPr>
          <a:xfrm>
            <a:off x="2917147" y="4028185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2</a:t>
            </a:r>
            <a:endParaRPr lang="en-US" sz="1700" b="1" baseline="300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DEF2B41-A4C5-C8E7-CA72-526CA52912FF}"/>
              </a:ext>
            </a:extLst>
          </p:cNvPr>
          <p:cNvSpPr/>
          <p:nvPr/>
        </p:nvSpPr>
        <p:spPr>
          <a:xfrm>
            <a:off x="2927519" y="4924464"/>
            <a:ext cx="862312" cy="63660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1CA38B-9382-32D2-BE9E-87D2B57D00B8}"/>
                  </a:ext>
                </a:extLst>
              </p:cNvPr>
              <p:cNvSpPr txBox="1"/>
              <p:nvPr/>
            </p:nvSpPr>
            <p:spPr>
              <a:xfrm>
                <a:off x="2923072" y="5069952"/>
                <a:ext cx="862316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700" b="1" dirty="0">
                    <a:solidFill>
                      <a:schemeClr val="accent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IDP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700" baseline="30000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1CA38B-9382-32D2-BE9E-87D2B57D0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072" y="5069952"/>
                <a:ext cx="862316" cy="353943"/>
              </a:xfrm>
              <a:prstGeom prst="rect">
                <a:avLst/>
              </a:prstGeom>
              <a:blipFill>
                <a:blip r:embed="rId5"/>
                <a:stretch>
                  <a:fillRect t="-6897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37B34F-7354-11C3-9EF0-5689ACE096CE}"/>
                  </a:ext>
                </a:extLst>
              </p:cNvPr>
              <p:cNvSpPr txBox="1"/>
              <p:nvPr/>
            </p:nvSpPr>
            <p:spPr>
              <a:xfrm rot="16200000">
                <a:off x="3017352" y="4491711"/>
                <a:ext cx="631248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37B34F-7354-11C3-9EF0-5689ACE09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17352" y="4491711"/>
                <a:ext cx="631248" cy="3539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D93AEFD-34BC-EFB7-C6E3-46F2A6159B8A}"/>
              </a:ext>
            </a:extLst>
          </p:cNvPr>
          <p:cNvCxnSpPr>
            <a:cxnSpLocks/>
            <a:stCxn id="69" idx="6"/>
            <a:endCxn id="23" idx="1"/>
          </p:cNvCxnSpPr>
          <p:nvPr/>
        </p:nvCxnSpPr>
        <p:spPr>
          <a:xfrm>
            <a:off x="1135817" y="4026192"/>
            <a:ext cx="1781330" cy="178965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3FFF9585-B529-A89F-B529-1711C38DB2FC}"/>
              </a:ext>
            </a:extLst>
          </p:cNvPr>
          <p:cNvSpPr/>
          <p:nvPr/>
        </p:nvSpPr>
        <p:spPr>
          <a:xfrm>
            <a:off x="7603291" y="2723039"/>
            <a:ext cx="1113676" cy="4559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AD)</a:t>
            </a:r>
          </a:p>
        </p:txBody>
      </p:sp>
    </p:spTree>
    <p:extLst>
      <p:ext uri="{BB962C8B-B14F-4D97-AF65-F5344CB8AC3E}">
        <p14:creationId xmlns:p14="http://schemas.microsoft.com/office/powerpoint/2010/main" val="2874815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B1BF5DA-7C74-0892-6FEA-1B93ADA0CFC9}"/>
              </a:ext>
            </a:extLst>
          </p:cNvPr>
          <p:cNvSpPr/>
          <p:nvPr/>
        </p:nvSpPr>
        <p:spPr>
          <a:xfrm>
            <a:off x="1558745" y="1229290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ADE739-DEF8-A9F4-86BC-B4897B9FDEC3}"/>
              </a:ext>
            </a:extLst>
          </p:cNvPr>
          <p:cNvSpPr/>
          <p:nvPr/>
        </p:nvSpPr>
        <p:spPr>
          <a:xfrm>
            <a:off x="4169023" y="2493060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BF68EA-A71F-3E38-D621-CCA79DF338F0}"/>
                  </a:ext>
                </a:extLst>
              </p:cNvPr>
              <p:cNvSpPr txBox="1"/>
              <p:nvPr/>
            </p:nvSpPr>
            <p:spPr>
              <a:xfrm rot="16200000">
                <a:off x="1605525" y="3210146"/>
                <a:ext cx="8229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BF68EA-A71F-3E38-D621-CCA79DF33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05525" y="3210146"/>
                <a:ext cx="822960" cy="353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33FDD43-1674-0FFA-64A2-5AA696373436}"/>
              </a:ext>
            </a:extLst>
          </p:cNvPr>
          <p:cNvSpPr txBox="1"/>
          <p:nvPr/>
        </p:nvSpPr>
        <p:spPr>
          <a:xfrm>
            <a:off x="4175221" y="2643487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47D221-26A7-8465-AE51-2223BB8931F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299764" y="2742003"/>
            <a:ext cx="1875457" cy="78456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C23C122-4C8B-65E2-9553-601914DF7648}"/>
              </a:ext>
            </a:extLst>
          </p:cNvPr>
          <p:cNvSpPr/>
          <p:nvPr/>
        </p:nvSpPr>
        <p:spPr>
          <a:xfrm>
            <a:off x="3917652" y="421552"/>
            <a:ext cx="1481616" cy="822960"/>
          </a:xfrm>
          <a:prstGeom prst="rect">
            <a:avLst/>
          </a:prstGeom>
          <a:solidFill>
            <a:schemeClr val="bg2"/>
          </a:solidFill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Unobserved </a:t>
            </a:r>
          </a:p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confounders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692198-CF9E-98D5-CF5E-BD03BE646BF2}"/>
              </a:ext>
            </a:extLst>
          </p:cNvPr>
          <p:cNvCxnSpPr>
            <a:cxnSpLocks/>
            <a:stCxn id="14" idx="2"/>
            <a:endCxn id="62" idx="0"/>
          </p:cNvCxnSpPr>
          <p:nvPr/>
        </p:nvCxnSpPr>
        <p:spPr>
          <a:xfrm>
            <a:off x="4658460" y="1244512"/>
            <a:ext cx="2669246" cy="1323724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228729-8BAA-06DE-6EAE-DD1C365C8F00}"/>
              </a:ext>
            </a:extLst>
          </p:cNvPr>
          <p:cNvSpPr txBox="1"/>
          <p:nvPr/>
        </p:nvSpPr>
        <p:spPr>
          <a:xfrm>
            <a:off x="1561006" y="1529499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1</a:t>
            </a:r>
            <a:endParaRPr lang="en-US" sz="15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B384C24-5D46-50AA-0B4A-4BB392AD0076}"/>
              </a:ext>
            </a:extLst>
          </p:cNvPr>
          <p:cNvSpPr/>
          <p:nvPr/>
        </p:nvSpPr>
        <p:spPr>
          <a:xfrm>
            <a:off x="1557479" y="2265952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B38A5D-C298-2387-48AE-5E573A3117AA}"/>
              </a:ext>
            </a:extLst>
          </p:cNvPr>
          <p:cNvSpPr txBox="1"/>
          <p:nvPr/>
        </p:nvSpPr>
        <p:spPr>
          <a:xfrm>
            <a:off x="1553984" y="2566161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2</a:t>
            </a:r>
            <a:endParaRPr lang="en-US" sz="15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E79850-B512-17F9-F408-C9F9CDCAA136}"/>
              </a:ext>
            </a:extLst>
          </p:cNvPr>
          <p:cNvSpPr/>
          <p:nvPr/>
        </p:nvSpPr>
        <p:spPr>
          <a:xfrm>
            <a:off x="1565585" y="3642142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7A1B0A-A908-4102-5332-55A6D1319300}"/>
              </a:ext>
            </a:extLst>
          </p:cNvPr>
          <p:cNvSpPr txBox="1"/>
          <p:nvPr/>
        </p:nvSpPr>
        <p:spPr>
          <a:xfrm>
            <a:off x="1562090" y="3942351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J</a:t>
            </a:r>
            <a:endParaRPr lang="en-US" sz="15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BDA7A18E-5DB8-63E2-B75B-002188151EA7}"/>
              </a:ext>
            </a:extLst>
          </p:cNvPr>
          <p:cNvSpPr/>
          <p:nvPr/>
        </p:nvSpPr>
        <p:spPr>
          <a:xfrm>
            <a:off x="1457944" y="1153708"/>
            <a:ext cx="1097879" cy="3506918"/>
          </a:xfrm>
          <a:prstGeom prst="roundRect">
            <a:avLst/>
          </a:prstGeom>
          <a:noFill/>
          <a:ln w="19050"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8ABD827-6EEE-D318-7F77-3C4A9BFC4D87}"/>
              </a:ext>
            </a:extLst>
          </p:cNvPr>
          <p:cNvSpPr/>
          <p:nvPr/>
        </p:nvSpPr>
        <p:spPr>
          <a:xfrm>
            <a:off x="6770868" y="2568236"/>
            <a:ext cx="1113676" cy="4559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AD)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D13B227-8590-B234-F339-BA0B30F542B4}"/>
              </a:ext>
            </a:extLst>
          </p:cNvPr>
          <p:cNvCxnSpPr>
            <a:cxnSpLocks/>
            <a:stCxn id="23" idx="6"/>
            <a:endCxn id="7" idx="1"/>
          </p:cNvCxnSpPr>
          <p:nvPr/>
        </p:nvCxnSpPr>
        <p:spPr>
          <a:xfrm flipV="1">
            <a:off x="2479985" y="2820459"/>
            <a:ext cx="1695236" cy="1278883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9FC9BB5-BED7-FF69-4B4F-FCD79E84825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468380" y="1705250"/>
            <a:ext cx="1706841" cy="1115209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3160DE3-94E5-D07F-8B0D-7E90EDA67350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5031335" y="2796191"/>
            <a:ext cx="1739533" cy="24268"/>
          </a:xfrm>
          <a:prstGeom prst="straightConnector1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72294E8E-8500-C33E-1CB9-6E929C38A36D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4658460" y="1244512"/>
            <a:ext cx="0" cy="1266737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100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43DE-4965-7517-1942-53C981BB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5870CD5-0FEB-0493-41F7-84C672702987}"/>
              </a:ext>
            </a:extLst>
          </p:cNvPr>
          <p:cNvSpPr/>
          <p:nvPr/>
        </p:nvSpPr>
        <p:spPr>
          <a:xfrm>
            <a:off x="1558745" y="1229290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A78D4E-AC51-FA85-4162-C53E9B28114A}"/>
              </a:ext>
            </a:extLst>
          </p:cNvPr>
          <p:cNvSpPr/>
          <p:nvPr/>
        </p:nvSpPr>
        <p:spPr>
          <a:xfrm>
            <a:off x="4169023" y="2493060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315EC7-AB46-5B1E-6219-3182FBA95A25}"/>
                  </a:ext>
                </a:extLst>
              </p:cNvPr>
              <p:cNvSpPr txBox="1"/>
              <p:nvPr/>
            </p:nvSpPr>
            <p:spPr>
              <a:xfrm rot="16200000">
                <a:off x="1605525" y="3210146"/>
                <a:ext cx="8229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315EC7-AB46-5B1E-6219-3182FBA95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05525" y="3210146"/>
                <a:ext cx="822960" cy="353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9D72BD5-83D2-3B6A-32C7-F805A40FF7A1}"/>
              </a:ext>
            </a:extLst>
          </p:cNvPr>
          <p:cNvSpPr txBox="1"/>
          <p:nvPr/>
        </p:nvSpPr>
        <p:spPr>
          <a:xfrm>
            <a:off x="4175221" y="2643487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1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FA6894-EDBD-5B56-6BA5-1AC82B989CA9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299764" y="2742003"/>
            <a:ext cx="1875457" cy="7845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5956F7D-E496-780A-42AA-D911646371B5}"/>
              </a:ext>
            </a:extLst>
          </p:cNvPr>
          <p:cNvSpPr/>
          <p:nvPr/>
        </p:nvSpPr>
        <p:spPr>
          <a:xfrm>
            <a:off x="3917652" y="421552"/>
            <a:ext cx="1481616" cy="822960"/>
          </a:xfrm>
          <a:prstGeom prst="rect">
            <a:avLst/>
          </a:prstGeom>
          <a:solidFill>
            <a:schemeClr val="bg2"/>
          </a:solidFill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Unobserved </a:t>
            </a:r>
          </a:p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confounders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5F19109-7B0A-25EB-5500-3CEE521B464C}"/>
              </a:ext>
            </a:extLst>
          </p:cNvPr>
          <p:cNvCxnSpPr>
            <a:cxnSpLocks/>
            <a:stCxn id="14" idx="2"/>
            <a:endCxn id="62" idx="0"/>
          </p:cNvCxnSpPr>
          <p:nvPr/>
        </p:nvCxnSpPr>
        <p:spPr>
          <a:xfrm>
            <a:off x="4658460" y="1244512"/>
            <a:ext cx="2669246" cy="1323724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82BB8DE-B858-B088-545E-2F78436E601A}"/>
              </a:ext>
            </a:extLst>
          </p:cNvPr>
          <p:cNvSpPr txBox="1"/>
          <p:nvPr/>
        </p:nvSpPr>
        <p:spPr>
          <a:xfrm>
            <a:off x="1561006" y="1529499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1</a:t>
            </a:r>
            <a:endParaRPr lang="en-US" sz="15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DED6F46-88A6-0941-4318-D68BE527D687}"/>
              </a:ext>
            </a:extLst>
          </p:cNvPr>
          <p:cNvSpPr/>
          <p:nvPr/>
        </p:nvSpPr>
        <p:spPr>
          <a:xfrm>
            <a:off x="1557479" y="2265952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F4FA87-35EF-15D8-3494-CD147BD59C1D}"/>
              </a:ext>
            </a:extLst>
          </p:cNvPr>
          <p:cNvSpPr txBox="1"/>
          <p:nvPr/>
        </p:nvSpPr>
        <p:spPr>
          <a:xfrm>
            <a:off x="1553984" y="2566161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2</a:t>
            </a:r>
            <a:endParaRPr lang="en-US" sz="15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A4C1608-CC2E-6181-ABC4-8C42BE5BCB9B}"/>
              </a:ext>
            </a:extLst>
          </p:cNvPr>
          <p:cNvSpPr/>
          <p:nvPr/>
        </p:nvSpPr>
        <p:spPr>
          <a:xfrm>
            <a:off x="1565585" y="3642142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E79D45-494F-7769-F9E0-513B5C38E24E}"/>
              </a:ext>
            </a:extLst>
          </p:cNvPr>
          <p:cNvSpPr txBox="1"/>
          <p:nvPr/>
        </p:nvSpPr>
        <p:spPr>
          <a:xfrm>
            <a:off x="1562090" y="3942351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J</a:t>
            </a:r>
            <a:endParaRPr lang="en-US" sz="15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1CD0D3C-A95B-D1E2-F8D0-5BFB19600832}"/>
              </a:ext>
            </a:extLst>
          </p:cNvPr>
          <p:cNvSpPr/>
          <p:nvPr/>
        </p:nvSpPr>
        <p:spPr>
          <a:xfrm>
            <a:off x="1457944" y="1153708"/>
            <a:ext cx="1097879" cy="3506918"/>
          </a:xfrm>
          <a:prstGeom prst="roundRect">
            <a:avLst/>
          </a:prstGeom>
          <a:noFill/>
          <a:ln w="19050"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0D46B78-DCE9-F6B6-A884-04F6E0B2DAA0}"/>
              </a:ext>
            </a:extLst>
          </p:cNvPr>
          <p:cNvSpPr/>
          <p:nvPr/>
        </p:nvSpPr>
        <p:spPr>
          <a:xfrm>
            <a:off x="6770868" y="2568236"/>
            <a:ext cx="1113676" cy="4559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AD)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2B9C1C0-AE1C-E96B-90C4-8C0EA0851B04}"/>
              </a:ext>
            </a:extLst>
          </p:cNvPr>
          <p:cNvCxnSpPr>
            <a:cxnSpLocks/>
            <a:stCxn id="23" idx="6"/>
            <a:endCxn id="7" idx="1"/>
          </p:cNvCxnSpPr>
          <p:nvPr/>
        </p:nvCxnSpPr>
        <p:spPr>
          <a:xfrm flipV="1">
            <a:off x="2479985" y="2820459"/>
            <a:ext cx="1695236" cy="12788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9F86C67-6DAD-0F5F-F181-73B426D26424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468380" y="1705250"/>
            <a:ext cx="1706841" cy="11152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80356B3-A086-2E88-E6E7-01440F99983C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5031335" y="2796191"/>
            <a:ext cx="1739533" cy="24268"/>
          </a:xfrm>
          <a:prstGeom prst="straightConnector1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1A21D68-0A74-6FDB-76AC-CBB974A183B4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4658460" y="1244512"/>
            <a:ext cx="0" cy="1266737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81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EA26C-5414-8D37-9843-A36931D3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B65807F-9B40-D0B3-7A49-107EF2A5243D}"/>
              </a:ext>
            </a:extLst>
          </p:cNvPr>
          <p:cNvSpPr/>
          <p:nvPr/>
        </p:nvSpPr>
        <p:spPr>
          <a:xfrm>
            <a:off x="1558745" y="1229290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255AAC-FF88-41B3-C518-9B10644760B1}"/>
              </a:ext>
            </a:extLst>
          </p:cNvPr>
          <p:cNvSpPr/>
          <p:nvPr/>
        </p:nvSpPr>
        <p:spPr>
          <a:xfrm>
            <a:off x="4169023" y="2493060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DEA06B-7398-A1F6-8140-3AAEFCE2AD4A}"/>
                  </a:ext>
                </a:extLst>
              </p:cNvPr>
              <p:cNvSpPr txBox="1"/>
              <p:nvPr/>
            </p:nvSpPr>
            <p:spPr>
              <a:xfrm rot="16200000">
                <a:off x="1605525" y="3210146"/>
                <a:ext cx="8229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DEA06B-7398-A1F6-8140-3AAEFCE2A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605525" y="3210146"/>
                <a:ext cx="822960" cy="353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C20FF94-D2E6-1EDA-79D5-69DCA65F86B5}"/>
              </a:ext>
            </a:extLst>
          </p:cNvPr>
          <p:cNvSpPr txBox="1"/>
          <p:nvPr/>
        </p:nvSpPr>
        <p:spPr>
          <a:xfrm>
            <a:off x="4175221" y="2643487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A515AE-C21E-1F11-4CB4-5A5F859278CF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299764" y="2742003"/>
            <a:ext cx="1875457" cy="78456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9A9C388-3791-8C13-CCD7-B0690A6F2721}"/>
              </a:ext>
            </a:extLst>
          </p:cNvPr>
          <p:cNvSpPr/>
          <p:nvPr/>
        </p:nvSpPr>
        <p:spPr>
          <a:xfrm>
            <a:off x="3917652" y="421552"/>
            <a:ext cx="1481616" cy="822960"/>
          </a:xfrm>
          <a:prstGeom prst="rect">
            <a:avLst/>
          </a:prstGeom>
          <a:solidFill>
            <a:schemeClr val="bg2"/>
          </a:solidFill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Unobserved </a:t>
            </a:r>
          </a:p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confounders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7EDE5E-DF6C-2B55-3914-EFE931DB20CF}"/>
              </a:ext>
            </a:extLst>
          </p:cNvPr>
          <p:cNvCxnSpPr>
            <a:cxnSpLocks/>
            <a:stCxn id="14" idx="2"/>
            <a:endCxn id="62" idx="0"/>
          </p:cNvCxnSpPr>
          <p:nvPr/>
        </p:nvCxnSpPr>
        <p:spPr>
          <a:xfrm>
            <a:off x="4658460" y="1244512"/>
            <a:ext cx="2669246" cy="1323724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FFBFFEF-28B2-AB29-5C9F-9D14CAC6E460}"/>
              </a:ext>
            </a:extLst>
          </p:cNvPr>
          <p:cNvCxnSpPr>
            <a:cxnSpLocks/>
            <a:endCxn id="62" idx="2"/>
          </p:cNvCxnSpPr>
          <p:nvPr/>
        </p:nvCxnSpPr>
        <p:spPr>
          <a:xfrm flipV="1">
            <a:off x="7327706" y="3024146"/>
            <a:ext cx="0" cy="19136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09AE90-0A36-62EE-5022-5F4686371834}"/>
              </a:ext>
            </a:extLst>
          </p:cNvPr>
          <p:cNvSpPr txBox="1"/>
          <p:nvPr/>
        </p:nvSpPr>
        <p:spPr>
          <a:xfrm>
            <a:off x="1561006" y="1529499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 g</a:t>
            </a:r>
            <a:r>
              <a:rPr lang="en-US" sz="1500" b="1" baseline="-25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100B9EE-F634-BA04-145F-87C2FCE951DE}"/>
              </a:ext>
            </a:extLst>
          </p:cNvPr>
          <p:cNvSpPr/>
          <p:nvPr/>
        </p:nvSpPr>
        <p:spPr>
          <a:xfrm>
            <a:off x="1557479" y="2265952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0E84C0-226A-A5FF-BA67-8F8D90AA7A50}"/>
              </a:ext>
            </a:extLst>
          </p:cNvPr>
          <p:cNvSpPr txBox="1"/>
          <p:nvPr/>
        </p:nvSpPr>
        <p:spPr>
          <a:xfrm>
            <a:off x="1553984" y="2566161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 g</a:t>
            </a:r>
            <a:r>
              <a:rPr lang="en-US" sz="1500" b="1" baseline="-25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95E2A32-8BAD-8592-54BB-FE4D8F46C453}"/>
              </a:ext>
            </a:extLst>
          </p:cNvPr>
          <p:cNvSpPr/>
          <p:nvPr/>
        </p:nvSpPr>
        <p:spPr>
          <a:xfrm>
            <a:off x="1565585" y="3642142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79FA48-D2AA-7BCD-9654-7A82C0558D5A}"/>
              </a:ext>
            </a:extLst>
          </p:cNvPr>
          <p:cNvSpPr txBox="1"/>
          <p:nvPr/>
        </p:nvSpPr>
        <p:spPr>
          <a:xfrm>
            <a:off x="1562090" y="3942351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 g</a:t>
            </a:r>
            <a:r>
              <a:rPr lang="en-US" sz="1500" b="1" baseline="-25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EBFFAAF-100C-8C63-369A-CB58134E0A89}"/>
              </a:ext>
            </a:extLst>
          </p:cNvPr>
          <p:cNvSpPr/>
          <p:nvPr/>
        </p:nvSpPr>
        <p:spPr>
          <a:xfrm>
            <a:off x="1457944" y="1153708"/>
            <a:ext cx="1097879" cy="3506918"/>
          </a:xfrm>
          <a:prstGeom prst="roundRect">
            <a:avLst/>
          </a:prstGeom>
          <a:noFill/>
          <a:ln w="19050"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B910C45-1900-5DB5-FF6E-4AAF1B45821E}"/>
              </a:ext>
            </a:extLst>
          </p:cNvPr>
          <p:cNvCxnSpPr>
            <a:cxnSpLocks/>
          </p:cNvCxnSpPr>
          <p:nvPr/>
        </p:nvCxnSpPr>
        <p:spPr>
          <a:xfrm flipH="1">
            <a:off x="2006882" y="4937760"/>
            <a:ext cx="532082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CCCB422-F6C1-AB8B-D76B-2A281055C36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2006883" y="4660626"/>
            <a:ext cx="1" cy="2771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E28D0703-0D85-B41C-A713-B7E5032DEF9C}"/>
              </a:ext>
            </a:extLst>
          </p:cNvPr>
          <p:cNvSpPr/>
          <p:nvPr/>
        </p:nvSpPr>
        <p:spPr>
          <a:xfrm>
            <a:off x="6770868" y="2568236"/>
            <a:ext cx="1113676" cy="4559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AD)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F47AF46-8554-96B3-1EE9-D5B8A3C71DA0}"/>
              </a:ext>
            </a:extLst>
          </p:cNvPr>
          <p:cNvCxnSpPr>
            <a:cxnSpLocks/>
            <a:stCxn id="23" idx="6"/>
            <a:endCxn id="7" idx="1"/>
          </p:cNvCxnSpPr>
          <p:nvPr/>
        </p:nvCxnSpPr>
        <p:spPr>
          <a:xfrm flipV="1">
            <a:off x="2479985" y="2820459"/>
            <a:ext cx="1695236" cy="1278883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10406B2-9127-7EB3-03EA-A69C6876631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468380" y="1705250"/>
            <a:ext cx="1706841" cy="1115209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E92C296-FEEA-3DDC-DB8D-57C2DE7F548B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006882" y="833032"/>
            <a:ext cx="191077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41A4D66-7C1D-8D6D-B8E0-8831023120A2}"/>
              </a:ext>
            </a:extLst>
          </p:cNvPr>
          <p:cNvCxnSpPr>
            <a:cxnSpLocks/>
          </p:cNvCxnSpPr>
          <p:nvPr/>
        </p:nvCxnSpPr>
        <p:spPr>
          <a:xfrm flipV="1">
            <a:off x="2006882" y="833032"/>
            <a:ext cx="0" cy="32067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70B8F7D-67E9-4C24-65E1-D9D23C830DD6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5031335" y="2796191"/>
            <a:ext cx="1739533" cy="242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D8B5E1F3-4578-105D-ED6B-13510169E3D4}"/>
              </a:ext>
            </a:extLst>
          </p:cNvPr>
          <p:cNvSpPr/>
          <p:nvPr/>
        </p:nvSpPr>
        <p:spPr>
          <a:xfrm>
            <a:off x="2698427" y="643714"/>
            <a:ext cx="358874" cy="349656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6FB023F-603E-44AC-D014-2D9E21EC6E2D}"/>
              </a:ext>
            </a:extLst>
          </p:cNvPr>
          <p:cNvCxnSpPr>
            <a:cxnSpLocks/>
            <a:stCxn id="88" idx="1"/>
            <a:endCxn id="88" idx="5"/>
          </p:cNvCxnSpPr>
          <p:nvPr/>
        </p:nvCxnSpPr>
        <p:spPr>
          <a:xfrm>
            <a:off x="2750983" y="694920"/>
            <a:ext cx="253762" cy="2472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D34BEE0-246A-D521-5591-A7B03B3FB2B9}"/>
              </a:ext>
            </a:extLst>
          </p:cNvPr>
          <p:cNvCxnSpPr>
            <a:cxnSpLocks/>
            <a:stCxn id="88" idx="7"/>
            <a:endCxn id="88" idx="3"/>
          </p:cNvCxnSpPr>
          <p:nvPr/>
        </p:nvCxnSpPr>
        <p:spPr>
          <a:xfrm flipH="1">
            <a:off x="2750983" y="694920"/>
            <a:ext cx="253762" cy="2472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85F8ADFB-06B1-4E7D-FBA5-9B8E34B036E5}"/>
              </a:ext>
            </a:extLst>
          </p:cNvPr>
          <p:cNvSpPr/>
          <p:nvPr/>
        </p:nvSpPr>
        <p:spPr>
          <a:xfrm>
            <a:off x="4580195" y="4762932"/>
            <a:ext cx="358874" cy="349656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4BF43DC-4434-3E46-9D6A-1711EF3F24FB}"/>
              </a:ext>
            </a:extLst>
          </p:cNvPr>
          <p:cNvCxnSpPr>
            <a:cxnSpLocks/>
            <a:stCxn id="98" idx="1"/>
            <a:endCxn id="98" idx="5"/>
          </p:cNvCxnSpPr>
          <p:nvPr/>
        </p:nvCxnSpPr>
        <p:spPr>
          <a:xfrm>
            <a:off x="4632751" y="4814138"/>
            <a:ext cx="253762" cy="2472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E152F0A-A0D5-F1CA-8A9D-2AF28D0850BA}"/>
              </a:ext>
            </a:extLst>
          </p:cNvPr>
          <p:cNvCxnSpPr>
            <a:cxnSpLocks/>
            <a:stCxn id="98" idx="7"/>
            <a:endCxn id="98" idx="3"/>
          </p:cNvCxnSpPr>
          <p:nvPr/>
        </p:nvCxnSpPr>
        <p:spPr>
          <a:xfrm flipH="1">
            <a:off x="4632751" y="4814138"/>
            <a:ext cx="253762" cy="2472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9D2B764-0171-8AA4-3336-BEFD13D67ACB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4658460" y="1244512"/>
            <a:ext cx="0" cy="1266737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369AC0E-3F7B-E47F-C3B7-CC4F87964B21}"/>
              </a:ext>
            </a:extLst>
          </p:cNvPr>
          <p:cNvSpPr/>
          <p:nvPr/>
        </p:nvSpPr>
        <p:spPr>
          <a:xfrm>
            <a:off x="2586816" y="2624384"/>
            <a:ext cx="1411447" cy="33740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1.</a:t>
            </a:r>
            <a:r>
              <a:rPr lang="en-US" b="1" i="0" u="none" strike="noStrike" dirty="0">
                <a:solidFill>
                  <a:srgbClr val="1F1F1F"/>
                </a:solidFill>
                <a:effectLst/>
                <a:latin typeface="ElsevierGulliver"/>
              </a:rPr>
              <a:t> </a:t>
            </a:r>
            <a:r>
              <a:rPr lang="en-US" dirty="0"/>
              <a:t>Relevance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44EF17-08C8-C90F-3F43-B15EEEDD60E5}"/>
              </a:ext>
            </a:extLst>
          </p:cNvPr>
          <p:cNvSpPr/>
          <p:nvPr/>
        </p:nvSpPr>
        <p:spPr>
          <a:xfrm>
            <a:off x="2006882" y="271748"/>
            <a:ext cx="1778460" cy="328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2. Exchangability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A40FC9-3465-2F77-C76B-FEEF2A61405C}"/>
              </a:ext>
            </a:extLst>
          </p:cNvPr>
          <p:cNvSpPr/>
          <p:nvPr/>
        </p:nvSpPr>
        <p:spPr>
          <a:xfrm>
            <a:off x="3574881" y="4392385"/>
            <a:ext cx="2341286" cy="3283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3. Exclusion Restriction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5F87F-EF93-15A2-A5D0-4DA172DB96CF}"/>
              </a:ext>
            </a:extLst>
          </p:cNvPr>
          <p:cNvSpPr txBox="1"/>
          <p:nvPr/>
        </p:nvSpPr>
        <p:spPr>
          <a:xfrm>
            <a:off x="5671241" y="2189459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D92C6A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6575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1517D9C6-DB9D-741F-5945-2FC8668B48BC}"/>
              </a:ext>
            </a:extLst>
          </p:cNvPr>
          <p:cNvSpPr/>
          <p:nvPr/>
        </p:nvSpPr>
        <p:spPr>
          <a:xfrm>
            <a:off x="1046681" y="1677346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39E7B37-9B82-FB11-D252-D0E9DA6200D6}"/>
              </a:ext>
            </a:extLst>
          </p:cNvPr>
          <p:cNvSpPr/>
          <p:nvPr/>
        </p:nvSpPr>
        <p:spPr>
          <a:xfrm>
            <a:off x="3614056" y="1982416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523583A-DB43-14F2-8C94-79005A615524}"/>
                  </a:ext>
                </a:extLst>
              </p:cNvPr>
              <p:cNvSpPr txBox="1"/>
              <p:nvPr/>
            </p:nvSpPr>
            <p:spPr>
              <a:xfrm rot="16200000">
                <a:off x="1093461" y="3658202"/>
                <a:ext cx="8229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523583A-DB43-14F2-8C94-79005A615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93461" y="3658202"/>
                <a:ext cx="822960" cy="353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C4B71E2B-32AF-3F58-511B-0C42AB42DCB1}"/>
              </a:ext>
            </a:extLst>
          </p:cNvPr>
          <p:cNvSpPr txBox="1"/>
          <p:nvPr/>
        </p:nvSpPr>
        <p:spPr>
          <a:xfrm>
            <a:off x="3609609" y="2127904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1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B5BFCD-E9CD-530C-3D89-A6E4CCAA08AC}"/>
              </a:ext>
            </a:extLst>
          </p:cNvPr>
          <p:cNvCxnSpPr>
            <a:cxnSpLocks/>
            <a:stCxn id="36" idx="6"/>
            <a:endCxn id="58" idx="1"/>
          </p:cNvCxnSpPr>
          <p:nvPr/>
        </p:nvCxnSpPr>
        <p:spPr>
          <a:xfrm>
            <a:off x="1961081" y="2134546"/>
            <a:ext cx="1658045" cy="950969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5F7BC1BE-2F57-24DA-9E8C-35797E4AC92B}"/>
              </a:ext>
            </a:extLst>
          </p:cNvPr>
          <p:cNvSpPr/>
          <p:nvPr/>
        </p:nvSpPr>
        <p:spPr>
          <a:xfrm>
            <a:off x="6953779" y="1154595"/>
            <a:ext cx="1481616" cy="822960"/>
          </a:xfrm>
          <a:prstGeom prst="rect">
            <a:avLst/>
          </a:prstGeom>
          <a:solidFill>
            <a:schemeClr val="bg2"/>
          </a:solidFill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Unobserved </a:t>
            </a:r>
          </a:p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confounders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F9C92AC-F481-D7CF-E5DD-3B152655C262}"/>
              </a:ext>
            </a:extLst>
          </p:cNvPr>
          <p:cNvCxnSpPr>
            <a:cxnSpLocks/>
            <a:stCxn id="46" idx="1"/>
            <a:endCxn id="39" idx="3"/>
          </p:cNvCxnSpPr>
          <p:nvPr/>
        </p:nvCxnSpPr>
        <p:spPr>
          <a:xfrm flipH="1">
            <a:off x="4471925" y="1566075"/>
            <a:ext cx="2481854" cy="738801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3CFAB01-5BDC-7445-C98A-21FB24EB198C}"/>
              </a:ext>
            </a:extLst>
          </p:cNvPr>
          <p:cNvCxnSpPr>
            <a:cxnSpLocks/>
            <a:stCxn id="46" idx="2"/>
            <a:endCxn id="94" idx="0"/>
          </p:cNvCxnSpPr>
          <p:nvPr/>
        </p:nvCxnSpPr>
        <p:spPr>
          <a:xfrm>
            <a:off x="7694587" y="1977555"/>
            <a:ext cx="0" cy="1038737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DCE95AB-CCF1-9FDD-4D49-7E6D4B6FB8C0}"/>
              </a:ext>
            </a:extLst>
          </p:cNvPr>
          <p:cNvCxnSpPr>
            <a:cxnSpLocks/>
            <a:stCxn id="60" idx="3"/>
            <a:endCxn id="94" idx="1"/>
          </p:cNvCxnSpPr>
          <p:nvPr/>
        </p:nvCxnSpPr>
        <p:spPr>
          <a:xfrm flipV="1">
            <a:off x="4487367" y="3244247"/>
            <a:ext cx="2650382" cy="883035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1ABDAD1-0950-7522-C98A-AE94526ED76B}"/>
              </a:ext>
            </a:extLst>
          </p:cNvPr>
          <p:cNvSpPr txBox="1"/>
          <p:nvPr/>
        </p:nvSpPr>
        <p:spPr>
          <a:xfrm>
            <a:off x="1048942" y="1977555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1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791836-529D-BF90-94AE-05A44B3B1B69}"/>
              </a:ext>
            </a:extLst>
          </p:cNvPr>
          <p:cNvSpPr/>
          <p:nvPr/>
        </p:nvSpPr>
        <p:spPr>
          <a:xfrm>
            <a:off x="1045415" y="2714008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95AA13B-8395-655A-D85B-B31C13DD43B4}"/>
              </a:ext>
            </a:extLst>
          </p:cNvPr>
          <p:cNvSpPr txBox="1"/>
          <p:nvPr/>
        </p:nvSpPr>
        <p:spPr>
          <a:xfrm>
            <a:off x="1041920" y="3014217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2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DCB6C28-4743-4B81-4E14-8DABCD175433}"/>
              </a:ext>
            </a:extLst>
          </p:cNvPr>
          <p:cNvSpPr/>
          <p:nvPr/>
        </p:nvSpPr>
        <p:spPr>
          <a:xfrm>
            <a:off x="1053521" y="4090198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4671D9-C143-3ED0-ECB7-48677DF0EEEB}"/>
              </a:ext>
            </a:extLst>
          </p:cNvPr>
          <p:cNvSpPr txBox="1"/>
          <p:nvPr/>
        </p:nvSpPr>
        <p:spPr>
          <a:xfrm>
            <a:off x="1050026" y="4390407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J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7BABDC12-0EAF-15C0-E828-B27CC1714751}"/>
              </a:ext>
            </a:extLst>
          </p:cNvPr>
          <p:cNvSpPr/>
          <p:nvPr/>
        </p:nvSpPr>
        <p:spPr>
          <a:xfrm>
            <a:off x="3623573" y="2763055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14C1C2-348B-F321-8196-9732911CC8FC}"/>
              </a:ext>
            </a:extLst>
          </p:cNvPr>
          <p:cNvSpPr txBox="1"/>
          <p:nvPr/>
        </p:nvSpPr>
        <p:spPr>
          <a:xfrm>
            <a:off x="3619126" y="2908543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2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9EF2B9E-5A06-933C-9741-1B78B85BBC92}"/>
              </a:ext>
            </a:extLst>
          </p:cNvPr>
          <p:cNvSpPr/>
          <p:nvPr/>
        </p:nvSpPr>
        <p:spPr>
          <a:xfrm>
            <a:off x="3629498" y="3804822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2EC469-7721-78DA-3F48-A5E6E4205034}"/>
              </a:ext>
            </a:extLst>
          </p:cNvPr>
          <p:cNvSpPr txBox="1"/>
          <p:nvPr/>
        </p:nvSpPr>
        <p:spPr>
          <a:xfrm>
            <a:off x="3625051" y="3950310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K</a:t>
            </a:r>
            <a:endParaRPr lang="en-US" sz="1700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76C7DAA-3CCE-54A2-B5F3-D31F3E3F4E25}"/>
                  </a:ext>
                </a:extLst>
              </p:cNvPr>
              <p:cNvSpPr txBox="1"/>
              <p:nvPr/>
            </p:nvSpPr>
            <p:spPr>
              <a:xfrm rot="16200000">
                <a:off x="3719331" y="3372069"/>
                <a:ext cx="631248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76C7DAA-3CCE-54A2-B5F3-D31F3E3F4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19331" y="3372069"/>
                <a:ext cx="631248" cy="3539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EA69A67-BADF-4749-C239-1C6AE3D1A669}"/>
              </a:ext>
            </a:extLst>
          </p:cNvPr>
          <p:cNvCxnSpPr>
            <a:cxnSpLocks/>
            <a:stCxn id="54" idx="3"/>
            <a:endCxn id="58" idx="1"/>
          </p:cNvCxnSpPr>
          <p:nvPr/>
        </p:nvCxnSpPr>
        <p:spPr>
          <a:xfrm flipV="1">
            <a:off x="1956316" y="3085515"/>
            <a:ext cx="1662810" cy="9028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D16DCF3-6148-A58D-BB79-3A815AC1B08B}"/>
              </a:ext>
            </a:extLst>
          </p:cNvPr>
          <p:cNvCxnSpPr>
            <a:cxnSpLocks/>
            <a:stCxn id="54" idx="3"/>
            <a:endCxn id="60" idx="1"/>
          </p:cNvCxnSpPr>
          <p:nvPr/>
        </p:nvCxnSpPr>
        <p:spPr>
          <a:xfrm>
            <a:off x="1956316" y="3175800"/>
            <a:ext cx="1668735" cy="951482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6152B17-BB64-CD5D-91CB-C5A5EEA5FF3C}"/>
              </a:ext>
            </a:extLst>
          </p:cNvPr>
          <p:cNvCxnSpPr>
            <a:cxnSpLocks/>
            <a:stCxn id="52" idx="3"/>
            <a:endCxn id="60" idx="1"/>
          </p:cNvCxnSpPr>
          <p:nvPr/>
        </p:nvCxnSpPr>
        <p:spPr>
          <a:xfrm>
            <a:off x="1963338" y="2139138"/>
            <a:ext cx="1661713" cy="1988144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E259929-09E1-7C7F-E64F-1ED27E0D494A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 flipV="1">
            <a:off x="1964422" y="2304876"/>
            <a:ext cx="1645187" cy="2247114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4D796B9-1B61-EDC7-2726-2A6964310384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1964422" y="3085515"/>
            <a:ext cx="1654704" cy="146647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6C26F95-F969-502B-F2F1-85975435C186}"/>
              </a:ext>
            </a:extLst>
          </p:cNvPr>
          <p:cNvCxnSpPr>
            <a:cxnSpLocks/>
            <a:stCxn id="56" idx="3"/>
            <a:endCxn id="60" idx="1"/>
          </p:cNvCxnSpPr>
          <p:nvPr/>
        </p:nvCxnSpPr>
        <p:spPr>
          <a:xfrm flipV="1">
            <a:off x="1964422" y="4127282"/>
            <a:ext cx="1660629" cy="424708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551D06A-BA3E-9CA6-E0F7-A13C2D14510D}"/>
              </a:ext>
            </a:extLst>
          </p:cNvPr>
          <p:cNvCxnSpPr>
            <a:cxnSpLocks/>
            <a:stCxn id="46" idx="1"/>
            <a:endCxn id="58" idx="3"/>
          </p:cNvCxnSpPr>
          <p:nvPr/>
        </p:nvCxnSpPr>
        <p:spPr>
          <a:xfrm flipH="1">
            <a:off x="4481442" y="1566075"/>
            <a:ext cx="2472337" cy="1519440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862BA13-4EED-8B94-12C8-3B231FDFF2A8}"/>
              </a:ext>
            </a:extLst>
          </p:cNvPr>
          <p:cNvCxnSpPr>
            <a:cxnSpLocks/>
            <a:stCxn id="46" idx="1"/>
            <a:endCxn id="60" idx="3"/>
          </p:cNvCxnSpPr>
          <p:nvPr/>
        </p:nvCxnSpPr>
        <p:spPr>
          <a:xfrm flipH="1">
            <a:off x="4487367" y="1566075"/>
            <a:ext cx="2466412" cy="2561207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1C36340F-282F-AA05-A2DD-E81597747F6C}"/>
              </a:ext>
            </a:extLst>
          </p:cNvPr>
          <p:cNvSpPr/>
          <p:nvPr/>
        </p:nvSpPr>
        <p:spPr>
          <a:xfrm>
            <a:off x="945880" y="1601764"/>
            <a:ext cx="1097879" cy="3506918"/>
          </a:xfrm>
          <a:prstGeom prst="roundRect">
            <a:avLst/>
          </a:prstGeom>
          <a:noFill/>
          <a:ln w="19050"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96ED097-1F7B-09F4-05EA-377E94C6D15F}"/>
              </a:ext>
            </a:extLst>
          </p:cNvPr>
          <p:cNvCxnSpPr>
            <a:cxnSpLocks/>
            <a:stCxn id="39" idx="3"/>
            <a:endCxn id="94" idx="1"/>
          </p:cNvCxnSpPr>
          <p:nvPr/>
        </p:nvCxnSpPr>
        <p:spPr>
          <a:xfrm>
            <a:off x="4471925" y="2304876"/>
            <a:ext cx="2665824" cy="939371"/>
          </a:xfrm>
          <a:prstGeom prst="straightConnector1">
            <a:avLst/>
          </a:prstGeom>
          <a:ln w="19050">
            <a:solidFill>
              <a:srgbClr val="D92C6A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D4DB80B-2015-2A0F-027F-A642B8D3B60D}"/>
              </a:ext>
            </a:extLst>
          </p:cNvPr>
          <p:cNvCxnSpPr>
            <a:cxnSpLocks/>
            <a:stCxn id="58" idx="3"/>
            <a:endCxn id="94" idx="1"/>
          </p:cNvCxnSpPr>
          <p:nvPr/>
        </p:nvCxnSpPr>
        <p:spPr>
          <a:xfrm>
            <a:off x="4481442" y="3085515"/>
            <a:ext cx="2656307" cy="158732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BD1D78A0-284B-C21F-B30F-71EC7A62EFC2}"/>
              </a:ext>
            </a:extLst>
          </p:cNvPr>
          <p:cNvSpPr txBox="1"/>
          <p:nvPr/>
        </p:nvSpPr>
        <p:spPr>
          <a:xfrm>
            <a:off x="5671241" y="2189459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D92C6A"/>
                </a:solidFill>
              </a:rPr>
              <a:t>?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974300C-2B49-323B-78BD-702AF680198A}"/>
              </a:ext>
            </a:extLst>
          </p:cNvPr>
          <p:cNvSpPr/>
          <p:nvPr/>
        </p:nvSpPr>
        <p:spPr>
          <a:xfrm>
            <a:off x="7137749" y="3016292"/>
            <a:ext cx="1113676" cy="4559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AD)</a:t>
            </a:r>
          </a:p>
        </p:txBody>
      </p:sp>
    </p:spTree>
    <p:extLst>
      <p:ext uri="{BB962C8B-B14F-4D97-AF65-F5344CB8AC3E}">
        <p14:creationId xmlns:p14="http://schemas.microsoft.com/office/powerpoint/2010/main" val="1778452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5CDBA-A0AA-1EA7-B9C3-F35DB5B6A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8C3A3F35-7F99-C624-EDAE-0CA57E2C8962}"/>
              </a:ext>
            </a:extLst>
          </p:cNvPr>
          <p:cNvSpPr/>
          <p:nvPr/>
        </p:nvSpPr>
        <p:spPr>
          <a:xfrm>
            <a:off x="1046681" y="1677346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A4557C7-BF25-FEA2-2A66-3DCAC2BACF5C}"/>
              </a:ext>
            </a:extLst>
          </p:cNvPr>
          <p:cNvSpPr/>
          <p:nvPr/>
        </p:nvSpPr>
        <p:spPr>
          <a:xfrm>
            <a:off x="3614056" y="1982416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244949F-E593-DFA0-2943-064DB0F12866}"/>
                  </a:ext>
                </a:extLst>
              </p:cNvPr>
              <p:cNvSpPr txBox="1"/>
              <p:nvPr/>
            </p:nvSpPr>
            <p:spPr>
              <a:xfrm rot="16200000">
                <a:off x="1093461" y="3658202"/>
                <a:ext cx="8229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244949F-E593-DFA0-2943-064DB0F12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93461" y="3658202"/>
                <a:ext cx="822960" cy="353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1FBD922-78CB-DFF1-35CC-B20FF420190B}"/>
              </a:ext>
            </a:extLst>
          </p:cNvPr>
          <p:cNvSpPr txBox="1"/>
          <p:nvPr/>
        </p:nvSpPr>
        <p:spPr>
          <a:xfrm>
            <a:off x="3609609" y="2127904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1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47F0BFE-1D7C-6975-2A13-2797BF99A63E}"/>
              </a:ext>
            </a:extLst>
          </p:cNvPr>
          <p:cNvCxnSpPr>
            <a:cxnSpLocks/>
            <a:stCxn id="36" idx="6"/>
            <a:endCxn id="58" idx="1"/>
          </p:cNvCxnSpPr>
          <p:nvPr/>
        </p:nvCxnSpPr>
        <p:spPr>
          <a:xfrm>
            <a:off x="1961081" y="2134546"/>
            <a:ext cx="1658045" cy="950969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8E4A22A9-E63A-7F57-15A2-DC9B80464803}"/>
              </a:ext>
            </a:extLst>
          </p:cNvPr>
          <p:cNvSpPr/>
          <p:nvPr/>
        </p:nvSpPr>
        <p:spPr>
          <a:xfrm>
            <a:off x="6953779" y="1154595"/>
            <a:ext cx="1481616" cy="822960"/>
          </a:xfrm>
          <a:prstGeom prst="rect">
            <a:avLst/>
          </a:prstGeom>
          <a:solidFill>
            <a:schemeClr val="bg2"/>
          </a:solidFill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Unobserved </a:t>
            </a:r>
          </a:p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confounders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E304421-B045-7C5E-DD7F-3FAD6A90D7ED}"/>
              </a:ext>
            </a:extLst>
          </p:cNvPr>
          <p:cNvCxnSpPr>
            <a:cxnSpLocks/>
            <a:stCxn id="46" idx="1"/>
            <a:endCxn id="39" idx="3"/>
          </p:cNvCxnSpPr>
          <p:nvPr/>
        </p:nvCxnSpPr>
        <p:spPr>
          <a:xfrm flipH="1">
            <a:off x="4471925" y="1566075"/>
            <a:ext cx="2481854" cy="738801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A1F8077-3D47-6F6E-5BE4-EF4EC239740A}"/>
              </a:ext>
            </a:extLst>
          </p:cNvPr>
          <p:cNvCxnSpPr>
            <a:cxnSpLocks/>
            <a:stCxn id="46" idx="2"/>
            <a:endCxn id="94" idx="0"/>
          </p:cNvCxnSpPr>
          <p:nvPr/>
        </p:nvCxnSpPr>
        <p:spPr>
          <a:xfrm>
            <a:off x="7694587" y="1977555"/>
            <a:ext cx="0" cy="1038737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0547940-8183-8F5F-91D2-A95EF5FE2C3F}"/>
              </a:ext>
            </a:extLst>
          </p:cNvPr>
          <p:cNvCxnSpPr>
            <a:cxnSpLocks/>
            <a:stCxn id="60" idx="3"/>
            <a:endCxn id="94" idx="1"/>
          </p:cNvCxnSpPr>
          <p:nvPr/>
        </p:nvCxnSpPr>
        <p:spPr>
          <a:xfrm flipV="1">
            <a:off x="4487367" y="3244247"/>
            <a:ext cx="2650382" cy="883035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861CA44-49F0-4AF3-FC6D-BBF2E80E1768}"/>
              </a:ext>
            </a:extLst>
          </p:cNvPr>
          <p:cNvSpPr txBox="1"/>
          <p:nvPr/>
        </p:nvSpPr>
        <p:spPr>
          <a:xfrm>
            <a:off x="1048942" y="1977555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1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E0C475D-47D8-9A03-1C47-0D8ED6FFD4BC}"/>
              </a:ext>
            </a:extLst>
          </p:cNvPr>
          <p:cNvSpPr/>
          <p:nvPr/>
        </p:nvSpPr>
        <p:spPr>
          <a:xfrm>
            <a:off x="1045415" y="2714008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31F86C-60F1-2731-606D-BA6746926B39}"/>
              </a:ext>
            </a:extLst>
          </p:cNvPr>
          <p:cNvSpPr txBox="1"/>
          <p:nvPr/>
        </p:nvSpPr>
        <p:spPr>
          <a:xfrm>
            <a:off x="1041920" y="3014217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2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BEE59CE-97CF-F50B-F7E2-F41D59363F28}"/>
              </a:ext>
            </a:extLst>
          </p:cNvPr>
          <p:cNvSpPr/>
          <p:nvPr/>
        </p:nvSpPr>
        <p:spPr>
          <a:xfrm>
            <a:off x="1053521" y="4090198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84D344-33C5-40CB-5391-98A6342C3753}"/>
              </a:ext>
            </a:extLst>
          </p:cNvPr>
          <p:cNvSpPr txBox="1"/>
          <p:nvPr/>
        </p:nvSpPr>
        <p:spPr>
          <a:xfrm>
            <a:off x="1050026" y="4390407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J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A54F769-F360-F3BF-48CF-15C7409F43EE}"/>
              </a:ext>
            </a:extLst>
          </p:cNvPr>
          <p:cNvSpPr/>
          <p:nvPr/>
        </p:nvSpPr>
        <p:spPr>
          <a:xfrm>
            <a:off x="3623573" y="2763055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61DA32-57A8-E61D-B5FA-86E4A8E3E1FA}"/>
              </a:ext>
            </a:extLst>
          </p:cNvPr>
          <p:cNvSpPr txBox="1"/>
          <p:nvPr/>
        </p:nvSpPr>
        <p:spPr>
          <a:xfrm>
            <a:off x="3619126" y="2908543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2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A4855C04-8225-5B27-26CA-55D95F353922}"/>
              </a:ext>
            </a:extLst>
          </p:cNvPr>
          <p:cNvSpPr/>
          <p:nvPr/>
        </p:nvSpPr>
        <p:spPr>
          <a:xfrm>
            <a:off x="3629498" y="3804822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FD3F97-4432-BB91-9FD9-ACBA56CBF889}"/>
              </a:ext>
            </a:extLst>
          </p:cNvPr>
          <p:cNvSpPr txBox="1"/>
          <p:nvPr/>
        </p:nvSpPr>
        <p:spPr>
          <a:xfrm>
            <a:off x="3625051" y="3950310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K</a:t>
            </a:r>
            <a:endParaRPr lang="en-US" sz="1700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EF9374C-2259-8536-5250-8DD2AF3CAB48}"/>
                  </a:ext>
                </a:extLst>
              </p:cNvPr>
              <p:cNvSpPr txBox="1"/>
              <p:nvPr/>
            </p:nvSpPr>
            <p:spPr>
              <a:xfrm rot="16200000">
                <a:off x="3719331" y="3372069"/>
                <a:ext cx="631248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EF9374C-2259-8536-5250-8DD2AF3CA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19331" y="3372069"/>
                <a:ext cx="631248" cy="3539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5845E81-1C8F-C3EA-B89D-3EB0CF419755}"/>
              </a:ext>
            </a:extLst>
          </p:cNvPr>
          <p:cNvCxnSpPr>
            <a:cxnSpLocks/>
            <a:stCxn id="54" idx="3"/>
            <a:endCxn id="58" idx="1"/>
          </p:cNvCxnSpPr>
          <p:nvPr/>
        </p:nvCxnSpPr>
        <p:spPr>
          <a:xfrm flipV="1">
            <a:off x="1956316" y="3085515"/>
            <a:ext cx="1662810" cy="9028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97B915B-A94A-218F-33ED-37FE682E58AF}"/>
              </a:ext>
            </a:extLst>
          </p:cNvPr>
          <p:cNvCxnSpPr>
            <a:cxnSpLocks/>
            <a:stCxn id="54" idx="3"/>
            <a:endCxn id="60" idx="1"/>
          </p:cNvCxnSpPr>
          <p:nvPr/>
        </p:nvCxnSpPr>
        <p:spPr>
          <a:xfrm>
            <a:off x="1956316" y="3175800"/>
            <a:ext cx="1668735" cy="951482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0459CB5-CAD4-08FB-5976-DE78928E0C4F}"/>
              </a:ext>
            </a:extLst>
          </p:cNvPr>
          <p:cNvCxnSpPr>
            <a:cxnSpLocks/>
            <a:stCxn id="52" idx="3"/>
            <a:endCxn id="60" idx="1"/>
          </p:cNvCxnSpPr>
          <p:nvPr/>
        </p:nvCxnSpPr>
        <p:spPr>
          <a:xfrm>
            <a:off x="1963338" y="2139138"/>
            <a:ext cx="1661713" cy="1988144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EF57213-8007-AF9E-C031-AD9FE64C9994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 flipV="1">
            <a:off x="1964422" y="2304876"/>
            <a:ext cx="1645187" cy="2247114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1F39DF6-39AA-1538-CE20-07B245B19F4A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1964422" y="3085515"/>
            <a:ext cx="1654704" cy="146647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EB3FF05-C9EE-A26D-1316-9A280F9ED3F3}"/>
              </a:ext>
            </a:extLst>
          </p:cNvPr>
          <p:cNvCxnSpPr>
            <a:cxnSpLocks/>
            <a:stCxn id="56" idx="3"/>
            <a:endCxn id="60" idx="1"/>
          </p:cNvCxnSpPr>
          <p:nvPr/>
        </p:nvCxnSpPr>
        <p:spPr>
          <a:xfrm flipV="1">
            <a:off x="1964422" y="4127282"/>
            <a:ext cx="1660629" cy="424708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30FF51F-34C4-3AA2-6A29-2FB2F158389E}"/>
              </a:ext>
            </a:extLst>
          </p:cNvPr>
          <p:cNvCxnSpPr>
            <a:cxnSpLocks/>
            <a:stCxn id="46" idx="1"/>
            <a:endCxn id="58" idx="3"/>
          </p:cNvCxnSpPr>
          <p:nvPr/>
        </p:nvCxnSpPr>
        <p:spPr>
          <a:xfrm flipH="1">
            <a:off x="4481442" y="1566075"/>
            <a:ext cx="2472337" cy="1519440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AAE9CDF-24E1-2FFD-C361-790EFC7358AE}"/>
              </a:ext>
            </a:extLst>
          </p:cNvPr>
          <p:cNvCxnSpPr>
            <a:cxnSpLocks/>
            <a:stCxn id="46" idx="1"/>
            <a:endCxn id="60" idx="3"/>
          </p:cNvCxnSpPr>
          <p:nvPr/>
        </p:nvCxnSpPr>
        <p:spPr>
          <a:xfrm flipH="1">
            <a:off x="4487367" y="1566075"/>
            <a:ext cx="2466412" cy="2561207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D272570D-D509-8141-CB9A-F5990C4DFC62}"/>
              </a:ext>
            </a:extLst>
          </p:cNvPr>
          <p:cNvSpPr/>
          <p:nvPr/>
        </p:nvSpPr>
        <p:spPr>
          <a:xfrm>
            <a:off x="945880" y="1601764"/>
            <a:ext cx="1097879" cy="3506918"/>
          </a:xfrm>
          <a:prstGeom prst="roundRect">
            <a:avLst/>
          </a:prstGeom>
          <a:noFill/>
          <a:ln w="19050"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917D3FA-BA2F-BFED-8297-309084C44F33}"/>
              </a:ext>
            </a:extLst>
          </p:cNvPr>
          <p:cNvCxnSpPr>
            <a:cxnSpLocks/>
            <a:stCxn id="39" idx="3"/>
            <a:endCxn id="94" idx="1"/>
          </p:cNvCxnSpPr>
          <p:nvPr/>
        </p:nvCxnSpPr>
        <p:spPr>
          <a:xfrm>
            <a:off x="4471925" y="2304876"/>
            <a:ext cx="2665824" cy="939371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94E0BF5-A782-F6BA-CA32-DDFA29F78D65}"/>
              </a:ext>
            </a:extLst>
          </p:cNvPr>
          <p:cNvCxnSpPr>
            <a:cxnSpLocks/>
            <a:stCxn id="58" idx="3"/>
            <a:endCxn id="94" idx="1"/>
          </p:cNvCxnSpPr>
          <p:nvPr/>
        </p:nvCxnSpPr>
        <p:spPr>
          <a:xfrm>
            <a:off x="4481442" y="3085515"/>
            <a:ext cx="2656307" cy="158732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FEFDC0A8-F097-2332-AC0C-D25491B8C328}"/>
              </a:ext>
            </a:extLst>
          </p:cNvPr>
          <p:cNvSpPr/>
          <p:nvPr/>
        </p:nvSpPr>
        <p:spPr>
          <a:xfrm>
            <a:off x="7137749" y="3016292"/>
            <a:ext cx="1113676" cy="4559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AD)</a:t>
            </a:r>
          </a:p>
        </p:txBody>
      </p:sp>
    </p:spTree>
    <p:extLst>
      <p:ext uri="{BB962C8B-B14F-4D97-AF65-F5344CB8AC3E}">
        <p14:creationId xmlns:p14="http://schemas.microsoft.com/office/powerpoint/2010/main" val="1408713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87D6A-C340-620B-A257-DFBADA46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70B5572B-ED8B-1AC8-93BE-249D991DF5E2}"/>
              </a:ext>
            </a:extLst>
          </p:cNvPr>
          <p:cNvSpPr/>
          <p:nvPr/>
        </p:nvSpPr>
        <p:spPr>
          <a:xfrm>
            <a:off x="1046681" y="1677346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F10A38E-BF71-37B1-5DA8-C18A9D4A6E04}"/>
              </a:ext>
            </a:extLst>
          </p:cNvPr>
          <p:cNvSpPr/>
          <p:nvPr/>
        </p:nvSpPr>
        <p:spPr>
          <a:xfrm>
            <a:off x="3614056" y="1982416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75C582-AE73-A711-71F8-79211E07196A}"/>
                  </a:ext>
                </a:extLst>
              </p:cNvPr>
              <p:cNvSpPr txBox="1"/>
              <p:nvPr/>
            </p:nvSpPr>
            <p:spPr>
              <a:xfrm rot="16200000">
                <a:off x="1093461" y="3658202"/>
                <a:ext cx="82296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475C582-AE73-A711-71F8-79211E071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93461" y="3658202"/>
                <a:ext cx="822960" cy="353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FA509B39-5B6A-3C6A-A470-CB25D8D55EE7}"/>
              </a:ext>
            </a:extLst>
          </p:cNvPr>
          <p:cNvSpPr txBox="1"/>
          <p:nvPr/>
        </p:nvSpPr>
        <p:spPr>
          <a:xfrm>
            <a:off x="3609609" y="2127904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1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438E5E3-F98B-0B50-0AC5-56836F0F4E2C}"/>
              </a:ext>
            </a:extLst>
          </p:cNvPr>
          <p:cNvCxnSpPr>
            <a:cxnSpLocks/>
            <a:stCxn id="36" idx="6"/>
            <a:endCxn id="58" idx="1"/>
          </p:cNvCxnSpPr>
          <p:nvPr/>
        </p:nvCxnSpPr>
        <p:spPr>
          <a:xfrm>
            <a:off x="1961081" y="2134546"/>
            <a:ext cx="1658045" cy="950969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E890AFA-248E-D84A-E74E-6C21EC7B4587}"/>
              </a:ext>
            </a:extLst>
          </p:cNvPr>
          <p:cNvSpPr/>
          <p:nvPr/>
        </p:nvSpPr>
        <p:spPr>
          <a:xfrm>
            <a:off x="6953779" y="1154595"/>
            <a:ext cx="1481616" cy="822960"/>
          </a:xfrm>
          <a:prstGeom prst="rect">
            <a:avLst/>
          </a:prstGeom>
          <a:solidFill>
            <a:schemeClr val="bg2"/>
          </a:solidFill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Unobserved </a:t>
            </a:r>
          </a:p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confounders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CA6269C-EA29-38F6-6BE5-FF02FE3AAB7C}"/>
              </a:ext>
            </a:extLst>
          </p:cNvPr>
          <p:cNvCxnSpPr>
            <a:cxnSpLocks/>
            <a:stCxn id="46" idx="1"/>
            <a:endCxn id="39" idx="3"/>
          </p:cNvCxnSpPr>
          <p:nvPr/>
        </p:nvCxnSpPr>
        <p:spPr>
          <a:xfrm flipH="1">
            <a:off x="4471925" y="1566075"/>
            <a:ext cx="2481854" cy="738801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310B21F-E4CA-4946-F505-0922E32E732C}"/>
              </a:ext>
            </a:extLst>
          </p:cNvPr>
          <p:cNvCxnSpPr>
            <a:cxnSpLocks/>
            <a:stCxn id="46" idx="2"/>
            <a:endCxn id="94" idx="0"/>
          </p:cNvCxnSpPr>
          <p:nvPr/>
        </p:nvCxnSpPr>
        <p:spPr>
          <a:xfrm>
            <a:off x="7694587" y="1977555"/>
            <a:ext cx="0" cy="1038737"/>
          </a:xfrm>
          <a:prstGeom prst="straightConnector1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D097EAF-ECAD-CE7C-628F-66F38E7D040A}"/>
              </a:ext>
            </a:extLst>
          </p:cNvPr>
          <p:cNvCxnSpPr>
            <a:cxnSpLocks/>
            <a:stCxn id="60" idx="3"/>
            <a:endCxn id="94" idx="1"/>
          </p:cNvCxnSpPr>
          <p:nvPr/>
        </p:nvCxnSpPr>
        <p:spPr>
          <a:xfrm flipV="1">
            <a:off x="4487367" y="3244247"/>
            <a:ext cx="2650382" cy="8830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47A8008-123E-81B8-0A79-F52289B42A7C}"/>
              </a:ext>
            </a:extLst>
          </p:cNvPr>
          <p:cNvSpPr txBox="1"/>
          <p:nvPr/>
        </p:nvSpPr>
        <p:spPr>
          <a:xfrm>
            <a:off x="1048942" y="1977555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1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3381879-9957-54FC-36D0-AC9B469D9E39}"/>
              </a:ext>
            </a:extLst>
          </p:cNvPr>
          <p:cNvSpPr/>
          <p:nvPr/>
        </p:nvSpPr>
        <p:spPr>
          <a:xfrm>
            <a:off x="1045415" y="2714008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8E5060-2946-3D5F-235D-B4E4C7AC76DF}"/>
              </a:ext>
            </a:extLst>
          </p:cNvPr>
          <p:cNvSpPr txBox="1"/>
          <p:nvPr/>
        </p:nvSpPr>
        <p:spPr>
          <a:xfrm>
            <a:off x="1041920" y="3014217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2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B050577-BFCA-4F99-7000-2426C099E78B}"/>
              </a:ext>
            </a:extLst>
          </p:cNvPr>
          <p:cNvSpPr/>
          <p:nvPr/>
        </p:nvSpPr>
        <p:spPr>
          <a:xfrm>
            <a:off x="1053521" y="4090198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baseline="-25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B5522C-67D9-A3F1-5F95-595A33C6D577}"/>
              </a:ext>
            </a:extLst>
          </p:cNvPr>
          <p:cNvSpPr txBox="1"/>
          <p:nvPr/>
        </p:nvSpPr>
        <p:spPr>
          <a:xfrm>
            <a:off x="1050026" y="4390407"/>
            <a:ext cx="914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SNP J</a:t>
            </a:r>
            <a:endParaRPr lang="en-US" sz="1500" b="1" baseline="30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7A6BE3D-3CF7-58B1-A204-6978E3C68E99}"/>
              </a:ext>
            </a:extLst>
          </p:cNvPr>
          <p:cNvSpPr/>
          <p:nvPr/>
        </p:nvSpPr>
        <p:spPr>
          <a:xfrm>
            <a:off x="3623573" y="2763055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49F5DE-11CD-DE75-0737-DFE491D24A65}"/>
              </a:ext>
            </a:extLst>
          </p:cNvPr>
          <p:cNvSpPr txBox="1"/>
          <p:nvPr/>
        </p:nvSpPr>
        <p:spPr>
          <a:xfrm>
            <a:off x="3619126" y="2908543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2</a:t>
            </a:r>
            <a:endParaRPr lang="en-US" sz="1700" b="1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A0909E0C-6CE3-7C13-7E05-E428F3ABC543}"/>
              </a:ext>
            </a:extLst>
          </p:cNvPr>
          <p:cNvSpPr/>
          <p:nvPr/>
        </p:nvSpPr>
        <p:spPr>
          <a:xfrm>
            <a:off x="3629498" y="3804822"/>
            <a:ext cx="862312" cy="6366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rgbClr val="00206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67AF34-BF48-7644-A70C-3809B5D4CA44}"/>
              </a:ext>
            </a:extLst>
          </p:cNvPr>
          <p:cNvSpPr txBox="1"/>
          <p:nvPr/>
        </p:nvSpPr>
        <p:spPr>
          <a:xfrm>
            <a:off x="3625051" y="3950310"/>
            <a:ext cx="8623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 K</a:t>
            </a:r>
            <a:endParaRPr lang="en-US" sz="1700" baseline="30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A175FFC-3E0D-B719-874A-34731C644FC0}"/>
                  </a:ext>
                </a:extLst>
              </p:cNvPr>
              <p:cNvSpPr txBox="1"/>
              <p:nvPr/>
            </p:nvSpPr>
            <p:spPr>
              <a:xfrm rot="16200000">
                <a:off x="3719331" y="3372069"/>
                <a:ext cx="631248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sz="17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A175FFC-3E0D-B719-874A-34731C644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719331" y="3372069"/>
                <a:ext cx="631248" cy="3539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831D1E9-EF98-B629-D200-A2AEAA4E8353}"/>
              </a:ext>
            </a:extLst>
          </p:cNvPr>
          <p:cNvCxnSpPr>
            <a:cxnSpLocks/>
            <a:stCxn id="54" idx="3"/>
            <a:endCxn id="58" idx="1"/>
          </p:cNvCxnSpPr>
          <p:nvPr/>
        </p:nvCxnSpPr>
        <p:spPr>
          <a:xfrm flipV="1">
            <a:off x="1956316" y="3085515"/>
            <a:ext cx="1662810" cy="9028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4680B66-7643-51E0-44B5-F5F69145B686}"/>
              </a:ext>
            </a:extLst>
          </p:cNvPr>
          <p:cNvCxnSpPr>
            <a:cxnSpLocks/>
            <a:stCxn id="54" idx="3"/>
            <a:endCxn id="60" idx="1"/>
          </p:cNvCxnSpPr>
          <p:nvPr/>
        </p:nvCxnSpPr>
        <p:spPr>
          <a:xfrm>
            <a:off x="1956316" y="3175800"/>
            <a:ext cx="1668735" cy="951482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36E0DE6-D56F-1B4F-FEEC-9014EB210FA1}"/>
              </a:ext>
            </a:extLst>
          </p:cNvPr>
          <p:cNvCxnSpPr>
            <a:cxnSpLocks/>
            <a:stCxn id="52" idx="3"/>
            <a:endCxn id="60" idx="1"/>
          </p:cNvCxnSpPr>
          <p:nvPr/>
        </p:nvCxnSpPr>
        <p:spPr>
          <a:xfrm>
            <a:off x="1963338" y="2139138"/>
            <a:ext cx="1661713" cy="1988144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A9ACCEE-1A25-62FC-CA11-BF7D6E2989C3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 flipV="1">
            <a:off x="1964422" y="2304876"/>
            <a:ext cx="1645187" cy="2247114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5C13010-6EF9-9F73-E100-C9B0ECDE73DA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1964422" y="3085515"/>
            <a:ext cx="1654704" cy="1466475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545A606-A98A-ECEA-10A5-2277A12EE7E2}"/>
              </a:ext>
            </a:extLst>
          </p:cNvPr>
          <p:cNvCxnSpPr>
            <a:cxnSpLocks/>
            <a:stCxn id="56" idx="3"/>
            <a:endCxn id="60" idx="1"/>
          </p:cNvCxnSpPr>
          <p:nvPr/>
        </p:nvCxnSpPr>
        <p:spPr>
          <a:xfrm flipV="1">
            <a:off x="1964422" y="4127282"/>
            <a:ext cx="1660629" cy="424708"/>
          </a:xfrm>
          <a:prstGeom prst="straightConnector1">
            <a:avLst/>
          </a:prstGeom>
          <a:ln w="19050">
            <a:solidFill>
              <a:schemeClr val="accent6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4E99C4D-C5B8-7D13-D8CB-79FF865989DE}"/>
              </a:ext>
            </a:extLst>
          </p:cNvPr>
          <p:cNvCxnSpPr>
            <a:cxnSpLocks/>
            <a:stCxn id="46" idx="1"/>
            <a:endCxn id="58" idx="3"/>
          </p:cNvCxnSpPr>
          <p:nvPr/>
        </p:nvCxnSpPr>
        <p:spPr>
          <a:xfrm flipH="1">
            <a:off x="4481442" y="1566075"/>
            <a:ext cx="2472337" cy="1519440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3AB3CBC-9594-AB12-21DE-3083142AAEFD}"/>
              </a:ext>
            </a:extLst>
          </p:cNvPr>
          <p:cNvCxnSpPr>
            <a:cxnSpLocks/>
            <a:stCxn id="46" idx="1"/>
            <a:endCxn id="60" idx="3"/>
          </p:cNvCxnSpPr>
          <p:nvPr/>
        </p:nvCxnSpPr>
        <p:spPr>
          <a:xfrm flipH="1">
            <a:off x="4487367" y="1566075"/>
            <a:ext cx="2466412" cy="2561207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8E754FEB-3A80-7F50-5E73-1EFE92D85B2D}"/>
              </a:ext>
            </a:extLst>
          </p:cNvPr>
          <p:cNvSpPr/>
          <p:nvPr/>
        </p:nvSpPr>
        <p:spPr>
          <a:xfrm>
            <a:off x="945880" y="1601764"/>
            <a:ext cx="1097879" cy="3506918"/>
          </a:xfrm>
          <a:prstGeom prst="roundRect">
            <a:avLst/>
          </a:prstGeom>
          <a:noFill/>
          <a:ln w="19050">
            <a:solidFill>
              <a:srgbClr val="B4C7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8851988-C4AC-E1D8-5896-7F48C4B7EB36}"/>
              </a:ext>
            </a:extLst>
          </p:cNvPr>
          <p:cNvCxnSpPr>
            <a:cxnSpLocks/>
            <a:stCxn id="58" idx="3"/>
            <a:endCxn id="94" idx="1"/>
          </p:cNvCxnSpPr>
          <p:nvPr/>
        </p:nvCxnSpPr>
        <p:spPr>
          <a:xfrm>
            <a:off x="4481442" y="3085515"/>
            <a:ext cx="2656307" cy="158732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C966D6E2-369D-CF0B-D031-EF1F099F91AD}"/>
              </a:ext>
            </a:extLst>
          </p:cNvPr>
          <p:cNvSpPr/>
          <p:nvPr/>
        </p:nvSpPr>
        <p:spPr>
          <a:xfrm>
            <a:off x="7137749" y="3016292"/>
            <a:ext cx="1113676" cy="4559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AD)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00A8E0C-CBD4-9BE8-D083-B3E76C84A449}"/>
              </a:ext>
            </a:extLst>
          </p:cNvPr>
          <p:cNvCxnSpPr>
            <a:cxnSpLocks/>
            <a:stCxn id="39" idx="3"/>
            <a:endCxn id="94" idx="1"/>
          </p:cNvCxnSpPr>
          <p:nvPr/>
        </p:nvCxnSpPr>
        <p:spPr>
          <a:xfrm>
            <a:off x="4471925" y="2304876"/>
            <a:ext cx="2665824" cy="939371"/>
          </a:xfrm>
          <a:prstGeom prst="straightConnector1">
            <a:avLst/>
          </a:prstGeom>
          <a:ln w="19050">
            <a:solidFill>
              <a:schemeClr val="bg2">
                <a:lumMod val="9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5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brain process&#10;&#10;AI-generated content may be incorrect.">
            <a:extLst>
              <a:ext uri="{FF2B5EF4-FFF2-40B4-BE49-F238E27FC236}">
                <a16:creationId xmlns:a16="http://schemas.microsoft.com/office/drawing/2014/main" id="{F1450ED5-3D36-09E0-0A91-905294EC0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94" y="283401"/>
            <a:ext cx="7772400" cy="5376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E62B9E-0EC4-3C8C-0AEA-9EA718872BCB}"/>
              </a:ext>
            </a:extLst>
          </p:cNvPr>
          <p:cNvSpPr txBox="1"/>
          <p:nvPr/>
        </p:nvSpPr>
        <p:spPr>
          <a:xfrm>
            <a:off x="182880" y="4526280"/>
            <a:ext cx="7406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</a:p>
        </p:txBody>
      </p:sp>
    </p:spTree>
    <p:extLst>
      <p:ext uri="{BB962C8B-B14F-4D97-AF65-F5344CB8AC3E}">
        <p14:creationId xmlns:p14="http://schemas.microsoft.com/office/powerpoint/2010/main" val="3423580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32087</TotalTime>
  <Words>203</Words>
  <Application>Microsoft Macintosh PowerPoint</Application>
  <PresentationFormat>Custom</PresentationFormat>
  <Paragraphs>102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ElsevierGulliver</vt:lpstr>
      <vt:lpstr>Aptos</vt:lpstr>
      <vt:lpstr>Arial</vt:lpstr>
      <vt:lpstr>Calibri</vt:lpstr>
      <vt:lpstr>Calibri Light</vt:lpstr>
      <vt:lpstr>Cambria Math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Yuan Tian</dc:creator>
  <cp:lastModifiedBy>Yuan Tian</cp:lastModifiedBy>
  <cp:revision>20</cp:revision>
  <dcterms:created xsi:type="dcterms:W3CDTF">2024-02-02T22:10:12Z</dcterms:created>
  <dcterms:modified xsi:type="dcterms:W3CDTF">2025-03-26T01:13:21Z</dcterms:modified>
</cp:coreProperties>
</file>